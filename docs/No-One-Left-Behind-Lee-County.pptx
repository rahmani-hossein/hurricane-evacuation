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d64cd5a4fd247df" /><Relationship Type="http://schemas.openxmlformats.org/officeDocument/2006/relationships/extended-properties" Target="/docProps/app.xml" Id="Rcb39f58ec08f4e25" /><Relationship Type="http://schemas.openxmlformats.org/officeDocument/2006/relationships/officeDocument" Target="/ppt/presentation.xml" Id="Re3170ee0a33d478b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04bddcd2043c404e"/>
    <p:sldMasterId xmlns:r="http://schemas.openxmlformats.org/officeDocument/2006/relationships" id="2147483661" r:id="R37285d9318f04a21"/>
  </p:sldMasterIdLst>
  <p:notesMasterIdLst>
    <p:notesMasterId xmlns:r="http://schemas.openxmlformats.org/officeDocument/2006/relationships" r:id="Re58a4d28f4884e88"/>
  </p:notesMasterIdLst>
  <p:sldIdLst>
    <p:sldId xmlns:r="http://schemas.openxmlformats.org/officeDocument/2006/relationships" id="256" r:id="R5e1709512eb343dd"/>
    <p:sldId xmlns:r="http://schemas.openxmlformats.org/officeDocument/2006/relationships" id="257" r:id="R9a3fc6d1b6994b8f"/>
    <p:sldId xmlns:r="http://schemas.openxmlformats.org/officeDocument/2006/relationships" id="258" r:id="Rd90eec79e4134b66"/>
    <p:sldId xmlns:r="http://schemas.openxmlformats.org/officeDocument/2006/relationships" id="259" r:id="Ra60bb0c0458c4171"/>
    <p:sldId xmlns:r="http://schemas.openxmlformats.org/officeDocument/2006/relationships" id="260" r:id="R50ee59cbf5a34267"/>
    <p:sldId xmlns:r="http://schemas.openxmlformats.org/officeDocument/2006/relationships" id="261" r:id="Rff8d515b49394b89"/>
  </p:sldIdLst>
  <p:sldSz cx="9144000" cy="5143500"/>
  <p:notesSz cx="6858000" cy="9144000"/>
  <p:embeddedFontLst>
    <p:embeddedFont>
      <p:font typeface="Google Sans"/>
      <p:regular xmlns:r="http://schemas.openxmlformats.org/officeDocument/2006/relationships" r:id="Rcd1ccb193331464b"/>
      <p:bold xmlns:r="http://schemas.openxmlformats.org/officeDocument/2006/relationships" r:id="Rd40c8b8fe84e4e33"/>
      <p:italic xmlns:r="http://schemas.openxmlformats.org/officeDocument/2006/relationships" r:id="Rc0a211db51d647de"/>
      <p:boldItalic xmlns:r="http://schemas.openxmlformats.org/officeDocument/2006/relationships" r:id="R5961d0a5c8064e5d"/>
    </p:embeddedFont>
    <p:embeddedFont>
      <p:font typeface="Google Sans Flex Medium"/>
      <p:regular xmlns:r="http://schemas.openxmlformats.org/officeDocument/2006/relationships" r:id="R4c598348c0a84d8b"/>
      <p:bold xmlns:r="http://schemas.openxmlformats.org/officeDocument/2006/relationships" r:id="Rf8225c9486a6449f"/>
    </p:embeddedFont>
    <p:embeddedFont>
      <p:font typeface="Google Sans Flex"/>
      <p:regular xmlns:r="http://schemas.openxmlformats.org/officeDocument/2006/relationships" r:id="Rfd1d31afb83540a0"/>
      <p:bold xmlns:r="http://schemas.openxmlformats.org/officeDocument/2006/relationships" r:id="R9d1219d6f1a249f4"/>
    </p:embeddedFont>
    <p:embeddedFont>
      <p:font typeface="Google Sans Flex Thin"/>
      <p:regular xmlns:r="http://schemas.openxmlformats.org/officeDocument/2006/relationships" r:id="R45186ff94b194016"/>
      <p:bold xmlns:r="http://schemas.openxmlformats.org/officeDocument/2006/relationships" r:id="R731331d2da8b480b"/>
    </p:embeddedFont>
  </p:embeddedFontLst>
  <p:defaultTextStyle>
    <a:def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None/>
    </a:defPPr>
    <a:lvl1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1pPr>
    <a:lvl2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2pPr>
    <a:lvl3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3pPr>
    <a:lvl4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4pPr>
    <a:lvl5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5pPr>
    <a:lvl6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6pPr>
    <a:lvl7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7pPr>
    <a:lvl8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8pPr>
    <a:lvl9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xmlns:r="http://schemas.openxmlformats.org/officeDocument/2006/relationships" def="{36CBF07F-845D-42DA-AEE9-C422CBFCC5D9}">
  <a:tblStyle styleId="{36CBF07F-845D-42DA-AEE9-C422CBFCC5D9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2e2f52bad7342d6" /><Relationship Type="http://schemas.openxmlformats.org/officeDocument/2006/relationships/slideMaster" Target="/ppt/slideMasters/slideMaster1.xml" Id="R04bddcd2043c404e" /><Relationship Type="http://schemas.openxmlformats.org/officeDocument/2006/relationships/slideMaster" Target="/ppt/slideMasters/slideMaster2.xml" Id="R37285d9318f04a21" /><Relationship Type="http://schemas.openxmlformats.org/officeDocument/2006/relationships/notesMaster" Target="/ppt/notesMasters/notesMaster1.xml" Id="Re58a4d28f4884e88" /><Relationship Type="http://schemas.openxmlformats.org/officeDocument/2006/relationships/presProps" Target="/ppt/presProps.xml" Id="Rbd0196269ec34a00" /><Relationship Type="http://schemas.openxmlformats.org/officeDocument/2006/relationships/viewProps" Target="/ppt/viewProps.xml" Id="Rd576c40b4d9f4ea2" /><Relationship Type="http://schemas.openxmlformats.org/officeDocument/2006/relationships/tableStyles" Target="/ppt/tableStyles.xml" Id="R8305a28f64a14bf6" /><Relationship Type="http://schemas.openxmlformats.org/officeDocument/2006/relationships/font" Target="/ppt/fonts/font.dat" Id="Rcd1ccb193331464b" /><Relationship Type="http://schemas.openxmlformats.org/officeDocument/2006/relationships/font" Target="/ppt/fonts/font2.dat" Id="Rd40c8b8fe84e4e33" /><Relationship Type="http://schemas.openxmlformats.org/officeDocument/2006/relationships/font" Target="/ppt/fonts/font3.dat" Id="Rc0a211db51d647de" /><Relationship Type="http://schemas.openxmlformats.org/officeDocument/2006/relationships/font" Target="/ppt/fonts/font4.dat" Id="R5961d0a5c8064e5d" /><Relationship Type="http://schemas.openxmlformats.org/officeDocument/2006/relationships/font" Target="/ppt/fonts/font5.dat" Id="R4c598348c0a84d8b" /><Relationship Type="http://schemas.openxmlformats.org/officeDocument/2006/relationships/font" Target="/ppt/fonts/font6.dat" Id="Rf8225c9486a6449f" /><Relationship Type="http://schemas.openxmlformats.org/officeDocument/2006/relationships/font" Target="/ppt/fonts/font7.dat" Id="Rfd1d31afb83540a0" /><Relationship Type="http://schemas.openxmlformats.org/officeDocument/2006/relationships/font" Target="/ppt/fonts/font8.dat" Id="R9d1219d6f1a249f4" /><Relationship Type="http://schemas.openxmlformats.org/officeDocument/2006/relationships/font" Target="/ppt/fonts/font9.dat" Id="R45186ff94b194016" /><Relationship Type="http://schemas.openxmlformats.org/officeDocument/2006/relationships/font" Target="/ppt/fonts/font10.dat" Id="R731331d2da8b480b" /><Relationship Type="http://schemas.openxmlformats.org/officeDocument/2006/relationships/slide" Target="/ppt/slides/slide1.xml" Id="R5e1709512eb343dd" /><Relationship Type="http://schemas.openxmlformats.org/officeDocument/2006/relationships/slide" Target="/ppt/slides/slide2.xml" Id="R9a3fc6d1b6994b8f" /><Relationship Type="http://schemas.openxmlformats.org/officeDocument/2006/relationships/slide" Target="/ppt/slides/slide3.xml" Id="Rd90eec79e4134b66" /><Relationship Type="http://schemas.openxmlformats.org/officeDocument/2006/relationships/slide" Target="/ppt/slides/slide4.xml" Id="Ra60bb0c0458c4171" /><Relationship Type="http://schemas.openxmlformats.org/officeDocument/2006/relationships/slide" Target="/ppt/slides/slide5.xml" Id="R50ee59cbf5a34267" /><Relationship Type="http://schemas.openxmlformats.org/officeDocument/2006/relationships/slide" Target="/ppt/slides/slide6.xml" Id="Rff8d515b49394b8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e120c6cca318476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08c13bb4cad4f97" /><Relationship Type="http://schemas.openxmlformats.org/officeDocument/2006/relationships/notesMaster" Target="/ppt/notesMasters/notesMaster1.xml" Id="Re402c7764f604cc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11d66eccfe64492" /><Relationship Type="http://schemas.openxmlformats.org/officeDocument/2006/relationships/notesMaster" Target="/ppt/notesMasters/notesMaster1.xml" Id="R2e510e63aacc497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d552b0ff987487b" /><Relationship Type="http://schemas.openxmlformats.org/officeDocument/2006/relationships/notesMaster" Target="/ppt/notesMasters/notesMaster1.xml" Id="R536349965caa469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cfa315b7b5846c0" /><Relationship Type="http://schemas.openxmlformats.org/officeDocument/2006/relationships/notesMaster" Target="/ppt/notesMasters/notesMaster1.xml" Id="Rb2477b1f2a1a489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82dd6aeb5ac40c5" /><Relationship Type="http://schemas.openxmlformats.org/officeDocument/2006/relationships/notesMaster" Target="/ppt/notesMasters/notesMaster1.xml" Id="Rdb9909359bb94c1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12a6b4c3d2b452e" /><Relationship Type="http://schemas.openxmlformats.org/officeDocument/2006/relationships/notesMaster" Target="/ppt/notesMasters/notesMaster1.xml" Id="Rfea14899b8b2415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dfd327d1a945cd" /><Relationship Type="http://schemas.openxmlformats.org/officeDocument/2006/relationships/image" Target="/ppt/media/image.png" Id="Ree259b8f12484b5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fdfab8dde94445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e0575bc18b94b7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3c176ca42b747d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ca89927fe364b1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0ab20c2f6784873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6af971e18f45a4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ce42d386c44237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d81fc9b3364a03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e1a3bd325e482f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b905a0b4dd2475d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fe4a864e6774fcf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9165e3eff579437a" /><Relationship Type="http://schemas.openxmlformats.org/officeDocument/2006/relationships/image" Target="/ppt/media/image2.png" Id="R9b39f20a03b44a1a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9912742ead4f49b4" /><Relationship Type="http://schemas.openxmlformats.org/officeDocument/2006/relationships/image" Target="/ppt/media/image.png" Id="R49bc063d86ed4c13" /><Relationship Type="http://schemas.openxmlformats.org/officeDocument/2006/relationships/image" Target="/ppt/media/image3.png" Id="R6d4f166bc5e14bc2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47e5044add874b00" /><Relationship Type="http://schemas.openxmlformats.org/officeDocument/2006/relationships/image" Target="/ppt/media/image.png" Id="R3fba83592f4444f3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409dcbf43cad45c3" /><Relationship Type="http://schemas.openxmlformats.org/officeDocument/2006/relationships/image" Target="/ppt/media/image.png" Id="R4805ac494b8540e3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8909b7c4e9aa4577" /><Relationship Type="http://schemas.openxmlformats.org/officeDocument/2006/relationships/image" Target="/ppt/media/image.png" Id="R2d54cebebb17495c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c8ca12a2b0244f17" /><Relationship Type="http://schemas.openxmlformats.org/officeDocument/2006/relationships/image" Target="/ppt/media/image.png" Id="R05d86de0a61542a0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82285291273a4ee2" /><Relationship Type="http://schemas.openxmlformats.org/officeDocument/2006/relationships/image" Target="/ppt/media/image.png" Id="R71d7b17ec4be4dd3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b60cb7ae0aac4b81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1a092efc84704307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e90d3e466a4e45ac" /></Relationships>
</file>

<file path=ppt/slideLayouts/_rels/slideLayout2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f81f1c97838c4b2d" /></Relationships>
</file>

<file path=ppt/slideLayouts/_rels/slideLayout24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aa8d0e55a69a4383" /></Relationships>
</file>

<file path=ppt/slideLayouts/slideLayout1.xml><?xml version="1.0" encoding="utf-8"?>
<p:sldLayout xmlns:p="http://schemas.openxmlformats.org/presentationml/2006/main" matchingName="Title slide" type="title">
  <p:cSld name="TITLE">
    <p:bg>
      <p:bgPr>
        <a:noFill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 Shape;10;p2">
            <a:extLst xmlns:a="http://schemas.openxmlformats.org/drawingml/2006/main">
              <a:ext uri="{FF2B5EF4-FFF2-40B4-BE49-F238E27FC236}">
                <a16:creationId xmlns:a16="http://schemas.microsoft.com/office/drawing/2014/main" id="{DE74DF96-2038-4702-ABCE-5415E396CC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>
                <a:solidFill>
                  <a:schemeClr val="lt1"/>
                </a:solidFill>
              </a:defRPr>
            </a:lvl1pPr>
            <a:lvl2pPr>
              <a:buNone/>
              <a:defRPr>
                <a:solidFill>
                  <a:schemeClr val="lt1"/>
                </a:solidFill>
              </a:defRPr>
            </a:lvl2pPr>
            <a:lvl3pPr>
              <a:buNone/>
              <a:defRPr>
                <a:solidFill>
                  <a:schemeClr val="lt1"/>
                </a:solidFill>
              </a:defRPr>
            </a:lvl3pPr>
            <a:lvl4pPr>
              <a:buNone/>
              <a:defRPr>
                <a:solidFill>
                  <a:schemeClr val="lt1"/>
                </a:solidFill>
              </a:defRPr>
            </a:lvl4pPr>
            <a:lvl5pPr>
              <a:buNone/>
              <a:defRPr>
                <a:solidFill>
                  <a:schemeClr val="lt1"/>
                </a:solidFill>
              </a:defRPr>
            </a:lvl5pPr>
            <a:lvl6pPr>
              <a:buNone/>
              <a:defRPr>
                <a:solidFill>
                  <a:schemeClr val="lt1"/>
                </a:solidFill>
              </a:defRPr>
            </a:lvl6pPr>
            <a:lvl7pPr>
              <a:buNone/>
              <a:defRPr>
                <a:solidFill>
                  <a:schemeClr val="lt1"/>
                </a:solidFill>
              </a:defRPr>
            </a:lvl7pPr>
            <a:lvl8pPr>
              <a:buNone/>
              <a:defRPr>
                <a:solidFill>
                  <a:schemeClr val="lt1"/>
                </a:solidFill>
              </a:defRPr>
            </a:lvl8pPr>
            <a:lvl9pPr>
              <a:buNone/>
              <a:defRPr>
                <a:solidFill>
                  <a:schemeClr val="lt1"/>
                </a:solidFill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>
              <a:latin typeface="Google Sans Flex"/>
              <a:ea typeface="Google Sans Flex"/>
              <a:cs typeface="Google Sans Flex"/>
            </a:endParaRPr>
          </a:p>
        </p:txBody>
      </p:sp>
      <p:pic>
        <p:nvPicPr>
          <p:cNvPr id="11" name="Google Shape;11;p2">
            <a:extLst xmlns:a="http://schemas.openxmlformats.org/drawingml/2006/main">
              <a:ext uri="{FF2B5EF4-FFF2-40B4-BE49-F238E27FC236}">
                <a16:creationId xmlns:a16="http://schemas.microsoft.com/office/drawing/2014/main" id="{F11556DE-7783-4209-9DB6-F1835C0EC8E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259b8f12484b54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725" y="4857575"/>
            <a:ext cx="717373" cy="123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2" name="Google Shape;12;p2">
            <a:extLst xmlns:a="http://schemas.openxmlformats.org/drawingml/2006/main">
              <a:ext uri="{FF2B5EF4-FFF2-40B4-BE49-F238E27FC236}">
                <a16:creationId xmlns:a16="http://schemas.microsoft.com/office/drawing/2014/main" id="{6D3F074A-9524-4696-A775-7F4C7A23B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6375" y="4792202"/>
            <a:ext cx="1641000" cy="2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</p:txBody>
      </p:sp>
    </p:spTree>
  </p:cSld>
</p:sldLayout>
</file>

<file path=ppt/slideLayouts/slideLayout2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Google Shape;14;p3">
            <a:extLst xmlns:a="http://schemas.openxmlformats.org/drawingml/2006/main">
              <a:ext uri="{FF2B5EF4-FFF2-40B4-BE49-F238E27FC236}">
                <a16:creationId xmlns:a16="http://schemas.microsoft.com/office/drawing/2014/main" id="{2803C0F4-AD93-4474-89AF-C18F6D3790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2150850"/>
            <a:ext cx="8520600" cy="84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 xmlns:a="http://schemas.openxmlformats.org/drawingml/2006/main"/>
        </p:txBody>
      </p:sp>
      <p:sp>
        <p:nvSpPr>
          <p:cNvPr id="15" name="Google Shape;15;p3">
            <a:extLst xmlns:a="http://schemas.openxmlformats.org/drawingml/2006/main">
              <a:ext uri="{FF2B5EF4-FFF2-40B4-BE49-F238E27FC236}">
                <a16:creationId xmlns:a16="http://schemas.microsoft.com/office/drawing/2014/main" id="{70815760-3255-4F72-B18F-BDE58FB71C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Google Shape;17;p4">
            <a:extLst xmlns:a="http://schemas.openxmlformats.org/drawingml/2006/main">
              <a:ext uri="{FF2B5EF4-FFF2-40B4-BE49-F238E27FC236}">
                <a16:creationId xmlns:a16="http://schemas.microsoft.com/office/drawing/2014/main" id="{848DBA6D-78D0-4A72-B19C-B73B6D710C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18" name="Google Shape;18;p4">
            <a:extLst xmlns:a="http://schemas.openxmlformats.org/drawingml/2006/main">
              <a:ext uri="{FF2B5EF4-FFF2-40B4-BE49-F238E27FC236}">
                <a16:creationId xmlns:a16="http://schemas.microsoft.com/office/drawing/2014/main" id="{96916A64-B421-47BB-96AE-355EA99166B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19" name="Google Shape;19;p4">
            <a:extLst xmlns:a="http://schemas.openxmlformats.org/drawingml/2006/main">
              <a:ext uri="{FF2B5EF4-FFF2-40B4-BE49-F238E27FC236}">
                <a16:creationId xmlns:a16="http://schemas.microsoft.com/office/drawing/2014/main" id="{7671CAB3-8C8A-4432-9E81-0040F74DA82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Google Shape;21;p5">
            <a:extLst xmlns:a="http://schemas.openxmlformats.org/drawingml/2006/main">
              <a:ext uri="{FF2B5EF4-FFF2-40B4-BE49-F238E27FC236}">
                <a16:creationId xmlns:a16="http://schemas.microsoft.com/office/drawing/2014/main" id="{9C5BF898-1B19-4F62-B28D-C5A6E8D7AE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22" name="Google Shape;22;p5">
            <a:extLst xmlns:a="http://schemas.openxmlformats.org/drawingml/2006/main">
              <a:ext uri="{FF2B5EF4-FFF2-40B4-BE49-F238E27FC236}">
                <a16:creationId xmlns:a16="http://schemas.microsoft.com/office/drawing/2014/main" id="{C048E19A-B585-4E63-960B-572EF732119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3" name="Google Shape;23;p5">
            <a:extLst xmlns:a="http://schemas.openxmlformats.org/drawingml/2006/main">
              <a:ext uri="{FF2B5EF4-FFF2-40B4-BE49-F238E27FC236}">
                <a16:creationId xmlns:a16="http://schemas.microsoft.com/office/drawing/2014/main" id="{6AE6F661-A71C-4E8A-BBE0-42ECD783C97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8324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4" name="Google Shape;24;p5">
            <a:extLst xmlns:a="http://schemas.openxmlformats.org/drawingml/2006/main">
              <a:ext uri="{FF2B5EF4-FFF2-40B4-BE49-F238E27FC236}">
                <a16:creationId xmlns:a16="http://schemas.microsoft.com/office/drawing/2014/main" id="{C4A7E546-8B51-4447-B77A-03A5A82646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Google Shape;26;p6">
            <a:extLst xmlns:a="http://schemas.openxmlformats.org/drawingml/2006/main">
              <a:ext uri="{FF2B5EF4-FFF2-40B4-BE49-F238E27FC236}">
                <a16:creationId xmlns:a16="http://schemas.microsoft.com/office/drawing/2014/main" id="{E447F091-860A-40D4-8AB3-680C23845D0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27" name="Google Shape;27;p6">
            <a:extLst xmlns:a="http://schemas.openxmlformats.org/drawingml/2006/main">
              <a:ext uri="{FF2B5EF4-FFF2-40B4-BE49-F238E27FC236}">
                <a16:creationId xmlns:a16="http://schemas.microsoft.com/office/drawing/2014/main" id="{625214FA-076E-467D-B767-909DDA8531A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7">
            <a:extLst xmlns:a="http://schemas.openxmlformats.org/drawingml/2006/main">
              <a:ext uri="{FF2B5EF4-FFF2-40B4-BE49-F238E27FC236}">
                <a16:creationId xmlns:a16="http://schemas.microsoft.com/office/drawing/2014/main" id="{FD5EA265-4C03-4CA8-BC82-0469F5E1562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555600"/>
            <a:ext cx="2808000" cy="75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 xmlns:a="http://schemas.openxmlformats.org/drawingml/2006/main"/>
        </p:txBody>
      </p:sp>
      <p:sp>
        <p:nvSpPr>
          <p:cNvPr id="30" name="Google Shape;30;p7">
            <a:extLst xmlns:a="http://schemas.openxmlformats.org/drawingml/2006/main">
              <a:ext uri="{FF2B5EF4-FFF2-40B4-BE49-F238E27FC236}">
                <a16:creationId xmlns:a16="http://schemas.microsoft.com/office/drawing/2014/main" id="{D383E2BF-ABD4-4407-80F9-5DECBE0E43F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389600"/>
            <a:ext cx="2808000" cy="3179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31" name="Google Shape;31;p7">
            <a:extLst xmlns:a="http://schemas.openxmlformats.org/drawingml/2006/main">
              <a:ext uri="{FF2B5EF4-FFF2-40B4-BE49-F238E27FC236}">
                <a16:creationId xmlns:a16="http://schemas.microsoft.com/office/drawing/2014/main" id="{5EE73A5E-A1A2-4916-952C-49129DA87E8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Google Shape;33;p8">
            <a:extLst xmlns:a="http://schemas.openxmlformats.org/drawingml/2006/main">
              <a:ext uri="{FF2B5EF4-FFF2-40B4-BE49-F238E27FC236}">
                <a16:creationId xmlns:a16="http://schemas.microsoft.com/office/drawing/2014/main" id="{5074A6C7-59E3-4F14-9CED-3AF41F0EB4D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90250" y="450150"/>
            <a:ext cx="6367800" cy="409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 xmlns:a="http://schemas.openxmlformats.org/drawingml/2006/main"/>
        </p:txBody>
      </p:sp>
      <p:sp>
        <p:nvSpPr>
          <p:cNvPr id="34" name="Google Shape;34;p8">
            <a:extLst xmlns:a="http://schemas.openxmlformats.org/drawingml/2006/main">
              <a:ext uri="{FF2B5EF4-FFF2-40B4-BE49-F238E27FC236}">
                <a16:creationId xmlns:a16="http://schemas.microsoft.com/office/drawing/2014/main" id="{6A9F9F48-75F3-496C-8815-C0A5168676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Google Shape;36;p9">
            <a:extLst xmlns:a="http://schemas.openxmlformats.org/drawingml/2006/main">
              <a:ext uri="{FF2B5EF4-FFF2-40B4-BE49-F238E27FC236}">
                <a16:creationId xmlns:a16="http://schemas.microsoft.com/office/drawing/2014/main" id="{0178AA7C-7D59-46FD-A04A-E61497AA6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-125"/>
            <a:ext cx="4572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>
            <a:extLst xmlns:a="http://schemas.openxmlformats.org/drawingml/2006/main">
              <a:ext uri="{FF2B5EF4-FFF2-40B4-BE49-F238E27FC236}">
                <a16:creationId xmlns:a16="http://schemas.microsoft.com/office/drawing/2014/main" id="{B820C87C-7A5D-477F-9D5D-BAD62FDAC8B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65500" y="1233175"/>
            <a:ext cx="4045200" cy="1482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 xmlns:a="http://schemas.openxmlformats.org/drawingml/2006/main"/>
        </p:txBody>
      </p:sp>
      <p:sp>
        <p:nvSpPr>
          <p:cNvPr id="38" name="Google Shape;38;p9">
            <a:extLst xmlns:a="http://schemas.openxmlformats.org/drawingml/2006/main">
              <a:ext uri="{FF2B5EF4-FFF2-40B4-BE49-F238E27FC236}">
                <a16:creationId xmlns:a16="http://schemas.microsoft.com/office/drawing/2014/main" id="{431714F9-B535-4C2D-AE17-C4E1A65AB3E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65500" y="2803075"/>
            <a:ext cx="4045200" cy="123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 xmlns:a="http://schemas.openxmlformats.org/drawingml/2006/main"/>
        </p:txBody>
      </p:sp>
      <p:sp>
        <p:nvSpPr>
          <p:cNvPr id="39" name="Google Shape;39;p9">
            <a:extLst xmlns:a="http://schemas.openxmlformats.org/drawingml/2006/main">
              <a:ext uri="{FF2B5EF4-FFF2-40B4-BE49-F238E27FC236}">
                <a16:creationId xmlns:a16="http://schemas.microsoft.com/office/drawing/2014/main" id="{9EE20A71-90FA-49B2-A284-164075DEA23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939500" y="724075"/>
            <a:ext cx="3837000" cy="369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0" name="Google Shape;40;p9">
            <a:extLst xmlns:a="http://schemas.openxmlformats.org/drawingml/2006/main">
              <a:ext uri="{FF2B5EF4-FFF2-40B4-BE49-F238E27FC236}">
                <a16:creationId xmlns:a16="http://schemas.microsoft.com/office/drawing/2014/main" id="{B567563B-C8C3-4239-B0A1-14544BEB0F5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Google Shape;42;p10">
            <a:extLst xmlns:a="http://schemas.openxmlformats.org/drawingml/2006/main">
              <a:ext uri="{FF2B5EF4-FFF2-40B4-BE49-F238E27FC236}">
                <a16:creationId xmlns:a16="http://schemas.microsoft.com/office/drawing/2014/main" id="{4E49DB2E-E312-4F46-9063-56EE55E6D56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4230575"/>
            <a:ext cx="5998800" cy="60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 xmlns:a="http://schemas.openxmlformats.org/drawingml/2006/main"/>
        </p:txBody>
      </p:sp>
      <p:sp>
        <p:nvSpPr>
          <p:cNvPr id="43" name="Google Shape;43;p10">
            <a:extLst xmlns:a="http://schemas.openxmlformats.org/drawingml/2006/main">
              <a:ext uri="{FF2B5EF4-FFF2-40B4-BE49-F238E27FC236}">
                <a16:creationId xmlns:a16="http://schemas.microsoft.com/office/drawing/2014/main" id="{DB619960-B560-433F-98F1-8D0843B8B5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Google Shape;45;p11">
            <a:extLst xmlns:a="http://schemas.openxmlformats.org/drawingml/2006/main">
              <a:ext uri="{FF2B5EF4-FFF2-40B4-BE49-F238E27FC236}">
                <a16:creationId xmlns:a16="http://schemas.microsoft.com/office/drawing/2014/main" id="{4255A1E0-86D8-4DA4-9217-76F9B4D13F00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700" y="1106125"/>
            <a:ext cx="8520600" cy="196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46" name="Google Shape;46;p11">
            <a:extLst xmlns:a="http://schemas.openxmlformats.org/drawingml/2006/main">
              <a:ext uri="{FF2B5EF4-FFF2-40B4-BE49-F238E27FC236}">
                <a16:creationId xmlns:a16="http://schemas.microsoft.com/office/drawing/2014/main" id="{37227644-5C63-4BAC-B4A4-A0C85F70828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3152225"/>
            <a:ext cx="8520600" cy="130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7" name="Google Shape;47;p11">
            <a:extLst xmlns:a="http://schemas.openxmlformats.org/drawingml/2006/main">
              <a:ext uri="{FF2B5EF4-FFF2-40B4-BE49-F238E27FC236}">
                <a16:creationId xmlns:a16="http://schemas.microsoft.com/office/drawing/2014/main" id="{695B02E1-C5B7-4324-A3CB-70EBE251403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Google Shape;49;p12">
            <a:extLst xmlns:a="http://schemas.openxmlformats.org/drawingml/2006/main">
              <a:ext uri="{FF2B5EF4-FFF2-40B4-BE49-F238E27FC236}">
                <a16:creationId xmlns:a16="http://schemas.microsoft.com/office/drawing/2014/main" id="{FE0D60BB-16AB-4C4B-A428-9C2AEBE4BCC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2.xml><?xml version="1.0" encoding="utf-8"?>
<p:sldLayout xmlns:p="http://schemas.openxmlformats.org/presentationml/2006/main" matchingName="Title slide 1">
  <p:cSld name="TITLE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Google Shape;51;p13">
            <a:extLst xmlns:a="http://schemas.openxmlformats.org/drawingml/2006/main">
              <a:ext uri="{FF2B5EF4-FFF2-40B4-BE49-F238E27FC236}">
                <a16:creationId xmlns:a16="http://schemas.microsoft.com/office/drawing/2014/main" id="{14B5667C-60CE-47A4-AB5A-5025DB505271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11708" y="744575"/>
            <a:ext cx="8520600" cy="205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 xmlns:a="http://schemas.openxmlformats.org/drawingml/2006/main"/>
        </p:txBody>
      </p:sp>
      <p:sp>
        <p:nvSpPr>
          <p:cNvPr id="52" name="Google Shape;52;p13">
            <a:extLst xmlns:a="http://schemas.openxmlformats.org/drawingml/2006/main">
              <a:ext uri="{FF2B5EF4-FFF2-40B4-BE49-F238E27FC236}">
                <a16:creationId xmlns:a16="http://schemas.microsoft.com/office/drawing/2014/main" id="{C4302FBE-79EE-4245-ADDD-FDDB1666A5C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11700" y="2834125"/>
            <a:ext cx="8520600" cy="79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 xmlns:a="http://schemas.openxmlformats.org/drawingml/2006/main"/>
        </p:txBody>
      </p:sp>
      <p:sp>
        <p:nvSpPr>
          <p:cNvPr id="53" name="Google Shape;53;p13">
            <a:extLst xmlns:a="http://schemas.openxmlformats.org/drawingml/2006/main">
              <a:ext uri="{FF2B5EF4-FFF2-40B4-BE49-F238E27FC236}">
                <a16:creationId xmlns:a16="http://schemas.microsoft.com/office/drawing/2014/main" id="{60983ADD-72B4-4DCA-BF30-0D386DAD84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3.xml><?xml version="1.0" encoding="utf-8"?>
<p:sldLayout xmlns:p="http://schemas.openxmlformats.org/presentationml/2006/main" matchingName="Title slide" type="title">
  <p:cSld name="TITLE">
    <p:bg>
      <p:bgPr>
        <a:solidFill xmlns:a="http://schemas.openxmlformats.org/drawingml/2006/main">
          <a:srgbClr val="1213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7" name="Google Shape;57;p15">
            <a:extLst xmlns:a="http://schemas.openxmlformats.org/drawingml/2006/main">
              <a:ext uri="{FF2B5EF4-FFF2-40B4-BE49-F238E27FC236}">
                <a16:creationId xmlns:a16="http://schemas.microsoft.com/office/drawing/2014/main" id="{CEB7AEB1-4DA6-490D-853A-3AF71BF566C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39f20a03b44a1a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1200" y="1779099"/>
            <a:ext cx="2861000" cy="18901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4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Google Shape;59;p16">
            <a:extLst xmlns:a="http://schemas.openxmlformats.org/drawingml/2006/main">
              <a:ext uri="{FF2B5EF4-FFF2-40B4-BE49-F238E27FC236}">
                <a16:creationId xmlns:a16="http://schemas.microsoft.com/office/drawing/2014/main" id="{2FA4E736-EEDB-47F9-99A7-391BC575FD1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60" name="Google Shape;60;p16">
            <a:extLst xmlns:a="http://schemas.openxmlformats.org/drawingml/2006/main">
              <a:ext uri="{FF2B5EF4-FFF2-40B4-BE49-F238E27FC236}">
                <a16:creationId xmlns:a16="http://schemas.microsoft.com/office/drawing/2014/main" id="{96352D9E-1C61-46A4-BE62-19300975E18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bc063d86ed4c13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725" y="4857575"/>
            <a:ext cx="717373" cy="123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61" name="Google Shape;61;p16">
            <a:extLst xmlns:a="http://schemas.openxmlformats.org/drawingml/2006/main">
              <a:ext uri="{FF2B5EF4-FFF2-40B4-BE49-F238E27FC236}">
                <a16:creationId xmlns:a16="http://schemas.microsoft.com/office/drawing/2014/main" id="{F35D403C-77F3-48F2-B17E-05BD218B0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6375" y="4792202"/>
            <a:ext cx="1641000" cy="2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</p:txBody>
      </p:sp>
      <p:pic>
        <p:nvPicPr>
          <p:cNvPr id="62" name="Google Shape;62;p16">
            <a:extLst xmlns:a="http://schemas.openxmlformats.org/drawingml/2006/main">
              <a:ext uri="{FF2B5EF4-FFF2-40B4-BE49-F238E27FC236}">
                <a16:creationId xmlns:a16="http://schemas.microsoft.com/office/drawing/2014/main" id="{AB3A80F3-DEF0-49D1-94E1-EAF981103A7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4f166bc5e14bc2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36326" y="689350"/>
            <a:ext cx="2707675" cy="37647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5.xml><?xml version="1.0" encoding="utf-8"?>
<p:sldLayout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4" name="Google Shape;64;p17">
            <a:extLst xmlns:a="http://schemas.openxmlformats.org/drawingml/2006/main">
              <a:ext uri="{FF2B5EF4-FFF2-40B4-BE49-F238E27FC236}">
                <a16:creationId xmlns:a16="http://schemas.microsoft.com/office/drawing/2014/main" id="{618F6407-879F-4D65-8AEF-72D7D0E5177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65" name="Google Shape;65;p17">
            <a:extLst xmlns:a="http://schemas.openxmlformats.org/drawingml/2006/main">
              <a:ext uri="{FF2B5EF4-FFF2-40B4-BE49-F238E27FC236}">
                <a16:creationId xmlns:a16="http://schemas.microsoft.com/office/drawing/2014/main" id="{4EA1BEC9-6565-4137-883E-1B3842F40B1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ba83592f4444f3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725" y="4857575"/>
            <a:ext cx="717373" cy="123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66" name="Google Shape;66;p17">
            <a:extLst xmlns:a="http://schemas.openxmlformats.org/drawingml/2006/main">
              <a:ext uri="{FF2B5EF4-FFF2-40B4-BE49-F238E27FC236}">
                <a16:creationId xmlns:a16="http://schemas.microsoft.com/office/drawing/2014/main" id="{6414EA5B-1588-411C-9662-0D07703D4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6375" y="4792202"/>
            <a:ext cx="1641000" cy="2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</p:txBody>
      </p:sp>
      <p:sp>
        <p:nvSpPr>
          <p:cNvPr id="67" name="Google Shape;67;p17">
            <a:extLst xmlns:a="http://schemas.openxmlformats.org/drawingml/2006/main">
              <a:ext uri="{FF2B5EF4-FFF2-40B4-BE49-F238E27FC236}">
                <a16:creationId xmlns:a16="http://schemas.microsoft.com/office/drawing/2014/main" id="{99A9BA40-DBC7-482B-BD3D-6AC88DD6E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750" y="514609"/>
            <a:ext cx="2837700" cy="7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5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</a:rPr>
              <a:t>Our Team</a:t>
            </a:r>
            <a:endParaRPr sz="45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</a:endParaRPr>
          </a:p>
        </p:txBody>
      </p:sp>
    </p:spTree>
  </p:cSld>
</p:sldLayout>
</file>

<file path=ppt/slideLayouts/slideLayout16.xml><?xml version="1.0" encoding="utf-8"?>
<p:sldLayout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9" name="Google Shape;69;p18">
            <a:extLst xmlns:a="http://schemas.openxmlformats.org/drawingml/2006/main">
              <a:ext uri="{FF2B5EF4-FFF2-40B4-BE49-F238E27FC236}">
                <a16:creationId xmlns:a16="http://schemas.microsoft.com/office/drawing/2014/main" id="{9C6B6712-BFC7-4937-A853-ADEC8FD0F46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70" name="Google Shape;70;p18">
            <a:extLst xmlns:a="http://schemas.openxmlformats.org/drawingml/2006/main">
              <a:ext uri="{FF2B5EF4-FFF2-40B4-BE49-F238E27FC236}">
                <a16:creationId xmlns:a16="http://schemas.microsoft.com/office/drawing/2014/main" id="{1306933F-BF07-4336-BDA8-9A440A36086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05ac494b8540e3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725" y="4857575"/>
            <a:ext cx="717373" cy="123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1" name="Google Shape;71;p18">
            <a:extLst xmlns:a="http://schemas.openxmlformats.org/drawingml/2006/main">
              <a:ext uri="{FF2B5EF4-FFF2-40B4-BE49-F238E27FC236}">
                <a16:creationId xmlns:a16="http://schemas.microsoft.com/office/drawing/2014/main" id="{92841F12-8FB8-4970-8B7B-543BDDABB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6375" y="4792202"/>
            <a:ext cx="1641000" cy="2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</p:txBody>
      </p:sp>
      <p:sp>
        <p:nvSpPr>
          <p:cNvPr id="72" name="Google Shape;72;p18">
            <a:extLst xmlns:a="http://schemas.openxmlformats.org/drawingml/2006/main">
              <a:ext uri="{FF2B5EF4-FFF2-40B4-BE49-F238E27FC236}">
                <a16:creationId xmlns:a16="http://schemas.microsoft.com/office/drawing/2014/main" id="{B48E618D-0013-4A9F-9EE5-82479E7A3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0650" y="654125"/>
            <a:ext cx="4382700" cy="168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60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</a:rPr>
              <a:t>Challenge</a:t>
            </a:r>
            <a:endParaRPr sz="60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</a:endParaRPr>
          </a:p>
          <a:p xmlns:a="http://schemas.openxmlformats.org/drawingml/2006/main">
            <a:pPr marL="0" lv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60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</a:rPr>
              <a:t>Overview</a:t>
            </a:r>
            <a:endParaRPr sz="60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</a:endParaRPr>
          </a:p>
        </p:txBody>
      </p:sp>
    </p:spTree>
  </p:cSld>
</p:sldLayout>
</file>

<file path=ppt/slideLayouts/slideLayout17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4" name="Google Shape;74;p19">
            <a:extLst xmlns:a="http://schemas.openxmlformats.org/drawingml/2006/main">
              <a:ext uri="{FF2B5EF4-FFF2-40B4-BE49-F238E27FC236}">
                <a16:creationId xmlns:a16="http://schemas.microsoft.com/office/drawing/2014/main" id="{32D80752-4C5D-4415-96DE-14209F658EE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75" name="Google Shape;75;p19">
            <a:extLst xmlns:a="http://schemas.openxmlformats.org/drawingml/2006/main">
              <a:ext uri="{FF2B5EF4-FFF2-40B4-BE49-F238E27FC236}">
                <a16:creationId xmlns:a16="http://schemas.microsoft.com/office/drawing/2014/main" id="{14C4376C-5DA9-4F16-89D1-44DADF08A68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54cebebb17495c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725" y="4857575"/>
            <a:ext cx="717373" cy="123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6" name="Google Shape;76;p19">
            <a:extLst xmlns:a="http://schemas.openxmlformats.org/drawingml/2006/main">
              <a:ext uri="{FF2B5EF4-FFF2-40B4-BE49-F238E27FC236}">
                <a16:creationId xmlns:a16="http://schemas.microsoft.com/office/drawing/2014/main" id="{D1CD3874-9FAB-4321-B35B-6156864CF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6375" y="4792202"/>
            <a:ext cx="1641000" cy="2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</p:txBody>
      </p:sp>
      <p:sp>
        <p:nvSpPr>
          <p:cNvPr id="77" name="Google Shape;77;p19">
            <a:extLst xmlns:a="http://schemas.openxmlformats.org/drawingml/2006/main">
              <a:ext uri="{FF2B5EF4-FFF2-40B4-BE49-F238E27FC236}">
                <a16:creationId xmlns:a16="http://schemas.microsoft.com/office/drawing/2014/main" id="{E3352E27-8A9B-4768-9D37-D5B344B4B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0650" y="1111325"/>
            <a:ext cx="4382700" cy="168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60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</a:rPr>
              <a:t>Impact</a:t>
            </a:r>
            <a:endParaRPr sz="60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</a:endParaRPr>
          </a:p>
        </p:txBody>
      </p:sp>
    </p:spTree>
  </p:cSld>
</p:sldLayout>
</file>

<file path=ppt/slideLayouts/slideLayout18.xml><?xml version="1.0" encoding="utf-8"?>
<p:sldLayout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Google Shape;79;p20">
            <a:extLst xmlns:a="http://schemas.openxmlformats.org/drawingml/2006/main">
              <a:ext uri="{FF2B5EF4-FFF2-40B4-BE49-F238E27FC236}">
                <a16:creationId xmlns:a16="http://schemas.microsoft.com/office/drawing/2014/main" id="{26AA1F94-68C5-44B1-B3B2-97947ECEC0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80" name="Google Shape;80;p20">
            <a:extLst xmlns:a="http://schemas.openxmlformats.org/drawingml/2006/main">
              <a:ext uri="{FF2B5EF4-FFF2-40B4-BE49-F238E27FC236}">
                <a16:creationId xmlns:a16="http://schemas.microsoft.com/office/drawing/2014/main" id="{0CB371DA-303D-4E3A-AE13-A182AF5FC34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d86de0a61542a0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725" y="4857575"/>
            <a:ext cx="717373" cy="123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81" name="Google Shape;81;p20">
            <a:extLst xmlns:a="http://schemas.openxmlformats.org/drawingml/2006/main">
              <a:ext uri="{FF2B5EF4-FFF2-40B4-BE49-F238E27FC236}">
                <a16:creationId xmlns:a16="http://schemas.microsoft.com/office/drawing/2014/main" id="{33448FBC-641F-4442-AFAC-D593538C2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6375" y="4792202"/>
            <a:ext cx="1641000" cy="2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</p:txBody>
      </p:sp>
      <p:sp>
        <p:nvSpPr>
          <p:cNvPr id="82" name="Google Shape;82;p20">
            <a:extLst xmlns:a="http://schemas.openxmlformats.org/drawingml/2006/main">
              <a:ext uri="{FF2B5EF4-FFF2-40B4-BE49-F238E27FC236}">
                <a16:creationId xmlns:a16="http://schemas.microsoft.com/office/drawing/2014/main" id="{D781572D-C2E6-4936-B116-262C3659A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07025" y="490822"/>
            <a:ext cx="4382700" cy="100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60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</a:rPr>
              <a:t>Sources</a:t>
            </a:r>
            <a:endParaRPr sz="60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</a:endParaRPr>
          </a:p>
        </p:txBody>
      </p:sp>
    </p:spTree>
  </p:cSld>
</p:sldLayout>
</file>

<file path=ppt/slideLayouts/slideLayout19.xml><?xml version="1.0" encoding="utf-8"?>
<p:sldLayout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4" name="Google Shape;84;p21">
            <a:extLst xmlns:a="http://schemas.openxmlformats.org/drawingml/2006/main">
              <a:ext uri="{FF2B5EF4-FFF2-40B4-BE49-F238E27FC236}">
                <a16:creationId xmlns:a16="http://schemas.microsoft.com/office/drawing/2014/main" id="{96835916-A8B3-4CC8-942C-38363CFD3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646" y="662463"/>
            <a:ext cx="2679600" cy="100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</a:rPr>
              <a:t>Prototype</a:t>
            </a:r>
            <a:endParaRPr sz="30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</a:endParaRPr>
          </a:p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</a:rPr>
              <a:t>   Architecture</a:t>
            </a:r>
            <a:endParaRPr sz="30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85" name="Google Shape;85;p21">
            <a:extLst xmlns:a="http://schemas.openxmlformats.org/drawingml/2006/main">
              <a:ext uri="{FF2B5EF4-FFF2-40B4-BE49-F238E27FC236}">
                <a16:creationId xmlns:a16="http://schemas.microsoft.com/office/drawing/2014/main" id="{E779827F-2774-410E-AB7F-D45DEDE653A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86" name="Google Shape;86;p21">
            <a:extLst xmlns:a="http://schemas.openxmlformats.org/drawingml/2006/main">
              <a:ext uri="{FF2B5EF4-FFF2-40B4-BE49-F238E27FC236}">
                <a16:creationId xmlns:a16="http://schemas.microsoft.com/office/drawing/2014/main" id="{FAC89B57-3A1C-45E2-B61B-48E3CD00AE0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d7b17ec4be4dd3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725" y="4857575"/>
            <a:ext cx="717373" cy="123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87" name="Google Shape;87;p21">
            <a:extLst xmlns:a="http://schemas.openxmlformats.org/drawingml/2006/main">
              <a:ext uri="{FF2B5EF4-FFF2-40B4-BE49-F238E27FC236}">
                <a16:creationId xmlns:a16="http://schemas.microsoft.com/office/drawing/2014/main" id="{E8D5E97A-FEE9-44BD-A4F7-6C5CE2DA3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6375" y="4792202"/>
            <a:ext cx="1641000" cy="2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</p:txBody>
      </p:sp>
    </p:spTree>
  </p:cSld>
</p:sldLayout>
</file>

<file path=ppt/slideLayouts/slideLayout20.xml><?xml version="1.0" encoding="utf-8"?>
<p:sldLayout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9" name="Google Shape;89;p22">
            <a:extLst xmlns:a="http://schemas.openxmlformats.org/drawingml/2006/main">
              <a:ext uri="{FF2B5EF4-FFF2-40B4-BE49-F238E27FC236}">
                <a16:creationId xmlns:a16="http://schemas.microsoft.com/office/drawing/2014/main" id="{5B872B15-E6ED-47E9-86CA-30D1B723D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-125"/>
            <a:ext cx="4572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22">
            <a:extLst xmlns:a="http://schemas.openxmlformats.org/drawingml/2006/main">
              <a:ext uri="{FF2B5EF4-FFF2-40B4-BE49-F238E27FC236}">
                <a16:creationId xmlns:a16="http://schemas.microsoft.com/office/drawing/2014/main" id="{6FC0DEDE-18BF-4C52-8CAC-D883277253F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65500" y="1233175"/>
            <a:ext cx="4045200" cy="148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1pPr>
            <a:lvl2pPr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2pPr>
            <a:lvl3pPr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3pPr>
            <a:lvl4pPr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4pPr>
            <a:lvl5pPr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5pPr>
            <a:lvl6pPr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6pPr>
            <a:lvl7pPr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7pPr>
            <a:lvl8pPr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8pPr>
            <a:lvl9pPr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9pPr>
          </a:lstStyle>
          <a:p xmlns:a="http://schemas.openxmlformats.org/drawingml/2006/main"/>
        </p:txBody>
      </p:sp>
      <p:sp>
        <p:nvSpPr>
          <p:cNvPr id="91" name="Google Shape;91;p22">
            <a:extLst xmlns:a="http://schemas.openxmlformats.org/drawingml/2006/main">
              <a:ext uri="{FF2B5EF4-FFF2-40B4-BE49-F238E27FC236}">
                <a16:creationId xmlns:a16="http://schemas.microsoft.com/office/drawing/2014/main" id="{DA9566E6-90F4-42E4-91DB-BB996B36911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65500" y="2803075"/>
            <a:ext cx="4045200" cy="123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 xmlns:a="http://schemas.openxmlformats.org/drawingml/2006/main"/>
        </p:txBody>
      </p:sp>
      <p:sp>
        <p:nvSpPr>
          <p:cNvPr id="92" name="Google Shape;92;p22">
            <a:extLst xmlns:a="http://schemas.openxmlformats.org/drawingml/2006/main">
              <a:ext uri="{FF2B5EF4-FFF2-40B4-BE49-F238E27FC236}">
                <a16:creationId xmlns:a16="http://schemas.microsoft.com/office/drawing/2014/main" id="{B8C347AA-680D-4F7A-B04E-0FDA596556A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939500" y="724075"/>
            <a:ext cx="3837000" cy="369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93" name="Google Shape;93;p22">
            <a:extLst xmlns:a="http://schemas.openxmlformats.org/drawingml/2006/main">
              <a:ext uri="{FF2B5EF4-FFF2-40B4-BE49-F238E27FC236}">
                <a16:creationId xmlns:a16="http://schemas.microsoft.com/office/drawing/2014/main" id="{BABA10DE-E927-4002-A686-4CCC9785BD5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1.xml><?xml version="1.0" encoding="utf-8"?>
<p:sldLayout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5" name="Google Shape;95;p23">
            <a:extLst xmlns:a="http://schemas.openxmlformats.org/drawingml/2006/main">
              <a:ext uri="{FF2B5EF4-FFF2-40B4-BE49-F238E27FC236}">
                <a16:creationId xmlns:a16="http://schemas.microsoft.com/office/drawing/2014/main" id="{5AD75EEA-CD5F-4A64-A777-5795EA58082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4230575"/>
            <a:ext cx="5998800" cy="60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marL="45720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</a:lstStyle>
          <a:p xmlns:a="http://schemas.openxmlformats.org/drawingml/2006/main"/>
        </p:txBody>
      </p:sp>
      <p:sp>
        <p:nvSpPr>
          <p:cNvPr id="96" name="Google Shape;96;p23">
            <a:extLst xmlns:a="http://schemas.openxmlformats.org/drawingml/2006/main">
              <a:ext uri="{FF2B5EF4-FFF2-40B4-BE49-F238E27FC236}">
                <a16:creationId xmlns:a16="http://schemas.microsoft.com/office/drawing/2014/main" id="{6AB45D8E-8133-45B3-B7D7-C2A223B33B2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2.xml><?xml version="1.0" encoding="utf-8"?>
<p:sldLayout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8" name="Google Shape;98;p24">
            <a:extLst xmlns:a="http://schemas.openxmlformats.org/drawingml/2006/main">
              <a:ext uri="{FF2B5EF4-FFF2-40B4-BE49-F238E27FC236}">
                <a16:creationId xmlns:a16="http://schemas.microsoft.com/office/drawing/2014/main" id="{20F2FD6B-9680-4158-AFC9-82BC8C43A523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700" y="1106125"/>
            <a:ext cx="8520600" cy="196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1pPr>
            <a:lvl2pPr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2pPr>
            <a:lvl3pPr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3pPr>
            <a:lvl4pPr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4pPr>
            <a:lvl5pPr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5pPr>
            <a:lvl6pPr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6pPr>
            <a:lvl7pPr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7pPr>
            <a:lvl8pPr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8pPr>
            <a:lvl9pPr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99" name="Google Shape;99;p24">
            <a:extLst xmlns:a="http://schemas.openxmlformats.org/drawingml/2006/main">
              <a:ext uri="{FF2B5EF4-FFF2-40B4-BE49-F238E27FC236}">
                <a16:creationId xmlns:a16="http://schemas.microsoft.com/office/drawing/2014/main" id="{1A79EB64-5989-4DB7-B5D3-8C91497F5DA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3152225"/>
            <a:ext cx="8520600" cy="130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marL="4572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100" name="Google Shape;100;p24">
            <a:extLst xmlns:a="http://schemas.openxmlformats.org/drawingml/2006/main">
              <a:ext uri="{FF2B5EF4-FFF2-40B4-BE49-F238E27FC236}">
                <a16:creationId xmlns:a16="http://schemas.microsoft.com/office/drawing/2014/main" id="{FCCFC991-3632-4981-A5EA-6D66BC22C24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3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Google Shape;102;p25">
            <a:extLst xmlns:a="http://schemas.openxmlformats.org/drawingml/2006/main">
              <a:ext uri="{FF2B5EF4-FFF2-40B4-BE49-F238E27FC236}">
                <a16:creationId xmlns:a16="http://schemas.microsoft.com/office/drawing/2014/main" id="{0F4A1732-B516-4D1A-BA12-57456B4EDFE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4.xml><?xml version="1.0" encoding="utf-8"?>
<p:sldLayout xmlns:p="http://schemas.openxmlformats.org/presentationml/2006/main" matchingName="Title slide 1">
  <p:cSld name="TITLE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4" name="Google Shape;104;p26">
            <a:extLst xmlns:a="http://schemas.openxmlformats.org/drawingml/2006/main">
              <a:ext uri="{FF2B5EF4-FFF2-40B4-BE49-F238E27FC236}">
                <a16:creationId xmlns:a16="http://schemas.microsoft.com/office/drawing/2014/main" id="{203B62DB-950F-451C-B851-7E99B96F367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11708" y="744575"/>
            <a:ext cx="8520600" cy="20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1pPr>
            <a:lvl2pPr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2pPr>
            <a:lvl3pPr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3pPr>
            <a:lvl4pPr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4pPr>
            <a:lvl5pPr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5pPr>
            <a:lvl6pPr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6pPr>
            <a:lvl7pPr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7pPr>
            <a:lvl8pPr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8pPr>
            <a:lvl9pPr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9pPr>
          </a:lstStyle>
          <a:p xmlns:a="http://schemas.openxmlformats.org/drawingml/2006/main"/>
        </p:txBody>
      </p:sp>
      <p:sp>
        <p:nvSpPr>
          <p:cNvPr id="105" name="Google Shape;105;p26">
            <a:extLst xmlns:a="http://schemas.openxmlformats.org/drawingml/2006/main">
              <a:ext uri="{FF2B5EF4-FFF2-40B4-BE49-F238E27FC236}">
                <a16:creationId xmlns:a16="http://schemas.microsoft.com/office/drawing/2014/main" id="{795E5888-A500-4F8D-8B5C-0AB5569FF57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11700" y="2834125"/>
            <a:ext cx="8520600" cy="79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 xmlns:a="http://schemas.openxmlformats.org/drawingml/2006/main"/>
        </p:txBody>
      </p:sp>
      <p:sp>
        <p:nvSpPr>
          <p:cNvPr id="106" name="Google Shape;106;p26">
            <a:extLst xmlns:a="http://schemas.openxmlformats.org/drawingml/2006/main">
              <a:ext uri="{FF2B5EF4-FFF2-40B4-BE49-F238E27FC236}">
                <a16:creationId xmlns:a16="http://schemas.microsoft.com/office/drawing/2014/main" id="{E28A3615-0251-40BE-8A64-18B3BF170A6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d6aae9b4c604c0f" /><Relationship Type="http://schemas.openxmlformats.org/officeDocument/2006/relationships/slideLayout" Target="/ppt/slideLayouts/slideLayout1.xml" Id="Rb49e61bbe5784e71" /><Relationship Type="http://schemas.openxmlformats.org/officeDocument/2006/relationships/slideLayout" Target="/ppt/slideLayouts/slideLayout2.xml" Id="Rd9ce32f4f2fe4eac" /><Relationship Type="http://schemas.openxmlformats.org/officeDocument/2006/relationships/slideLayout" Target="/ppt/slideLayouts/slideLayout3.xml" Id="Rb7315283f3184317" /><Relationship Type="http://schemas.openxmlformats.org/officeDocument/2006/relationships/slideLayout" Target="/ppt/slideLayouts/slideLayout4.xml" Id="R43205b047dea42db" /><Relationship Type="http://schemas.openxmlformats.org/officeDocument/2006/relationships/slideLayout" Target="/ppt/slideLayouts/slideLayout5.xml" Id="Rfb5fa1506479421f" /><Relationship Type="http://schemas.openxmlformats.org/officeDocument/2006/relationships/slideLayout" Target="/ppt/slideLayouts/slideLayout6.xml" Id="R1651e555e8a140e8" /><Relationship Type="http://schemas.openxmlformats.org/officeDocument/2006/relationships/slideLayout" Target="/ppt/slideLayouts/slideLayout7.xml" Id="Ra670f494386046cd" /><Relationship Type="http://schemas.openxmlformats.org/officeDocument/2006/relationships/slideLayout" Target="/ppt/slideLayouts/slideLayout8.xml" Id="Rf5d515b41b704d6f" /><Relationship Type="http://schemas.openxmlformats.org/officeDocument/2006/relationships/slideLayout" Target="/ppt/slideLayouts/slideLayout9.xml" Id="R1376953a08a448ed" /><Relationship Type="http://schemas.openxmlformats.org/officeDocument/2006/relationships/slideLayout" Target="/ppt/slideLayouts/slideLayout10.xml" Id="R32c1a6cb82804155" /><Relationship Type="http://schemas.openxmlformats.org/officeDocument/2006/relationships/slideLayout" Target="/ppt/slideLayouts/slideLayout11.xml" Id="R01896de263ae4bc3" /><Relationship Type="http://schemas.openxmlformats.org/officeDocument/2006/relationships/slideLayout" Target="/ppt/slideLayouts/slideLayout12.xml" Id="Rd7d0930aa94042c6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1534f0a37b4b4fca" /><Relationship Type="http://schemas.openxmlformats.org/officeDocument/2006/relationships/slideLayout" Target="/ppt/slideLayouts/slideLayout13.xml" Id="Rf8a813f2b66042df" /><Relationship Type="http://schemas.openxmlformats.org/officeDocument/2006/relationships/slideLayout" Target="/ppt/slideLayouts/slideLayout14.xml" Id="R1cf74e3ff767430f" /><Relationship Type="http://schemas.openxmlformats.org/officeDocument/2006/relationships/slideLayout" Target="/ppt/slideLayouts/slideLayout15.xml" Id="R4fa24fdf39b84659" /><Relationship Type="http://schemas.openxmlformats.org/officeDocument/2006/relationships/slideLayout" Target="/ppt/slideLayouts/slideLayout16.xml" Id="Rdca91919e15b4abb" /><Relationship Type="http://schemas.openxmlformats.org/officeDocument/2006/relationships/slideLayout" Target="/ppt/slideLayouts/slideLayout17.xml" Id="R15186d4260794638" /><Relationship Type="http://schemas.openxmlformats.org/officeDocument/2006/relationships/slideLayout" Target="/ppt/slideLayouts/slideLayout18.xml" Id="R34511d7d343948e3" /><Relationship Type="http://schemas.openxmlformats.org/officeDocument/2006/relationships/slideLayout" Target="/ppt/slideLayouts/slideLayout19.xml" Id="Ra1cd56ac5e314270" /><Relationship Type="http://schemas.openxmlformats.org/officeDocument/2006/relationships/slideLayout" Target="/ppt/slideLayouts/slideLayout20.xml" Id="Rb19fed50d4fd47bb" /><Relationship Type="http://schemas.openxmlformats.org/officeDocument/2006/relationships/slideLayout" Target="/ppt/slideLayouts/slideLayout21.xml" Id="R2d7e126be80b467f" /><Relationship Type="http://schemas.openxmlformats.org/officeDocument/2006/relationships/slideLayout" Target="/ppt/slideLayouts/slideLayout22.xml" Id="Re81efa729a84419c" /><Relationship Type="http://schemas.openxmlformats.org/officeDocument/2006/relationships/slideLayout" Target="/ppt/slideLayouts/slideLayout23.xml" Id="R23a3dcaaaedc4237" /><Relationship Type="http://schemas.openxmlformats.org/officeDocument/2006/relationships/slideLayout" Target="/ppt/slideLayouts/slideLayout24.xml" Id="Rb954022e4d68483e" /></Relationships>
</file>

<file path=ppt/slideMasters/slideMaster1.xml><?xml version="1.0" encoding="utf-8"?>
<p:sldMaster xmlns:p="http://schemas.openxmlformats.org/presentationml/2006/main">
  <p:cSld name="simple-light-2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1">
            <a:extLst xmlns:a="http://schemas.openxmlformats.org/drawingml/2006/main">
              <a:ext uri="{FF2B5EF4-FFF2-40B4-BE49-F238E27FC236}">
                <a16:creationId xmlns:a16="http://schemas.microsoft.com/office/drawing/2014/main" id="{8A40D34E-014B-4A89-8310-850CC1794D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7" name="Google Shape;7;p1">
            <a:extLst xmlns:a="http://schemas.openxmlformats.org/drawingml/2006/main">
              <a:ext uri="{FF2B5EF4-FFF2-40B4-BE49-F238E27FC236}">
                <a16:creationId xmlns:a16="http://schemas.microsoft.com/office/drawing/2014/main" id="{E41ADF74-173C-450B-8A18-026BD4AF2E0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8" name="Google Shape;8;p1">
            <a:extLst xmlns:a="http://schemas.openxmlformats.org/drawingml/2006/main">
              <a:ext uri="{FF2B5EF4-FFF2-40B4-BE49-F238E27FC236}">
                <a16:creationId xmlns:a16="http://schemas.microsoft.com/office/drawing/2014/main" id="{6EDC0B7D-EC50-42C8-9E5E-CAF80F79636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r">
              <a:buNone/>
              <a:defRPr sz="1000">
                <a:solidFill>
                  <a:schemeClr val="dk2"/>
                </a:solidFill>
              </a:defRPr>
            </a:lvl1pPr>
            <a:lvl2pPr algn="r">
              <a:buNone/>
              <a:defRPr sz="1000">
                <a:solidFill>
                  <a:schemeClr val="dk2"/>
                </a:solidFill>
              </a:defRPr>
            </a:lvl2pPr>
            <a:lvl3pPr algn="r">
              <a:buNone/>
              <a:defRPr sz="1000">
                <a:solidFill>
                  <a:schemeClr val="dk2"/>
                </a:solidFill>
              </a:defRPr>
            </a:lvl3pPr>
            <a:lvl4pPr algn="r">
              <a:buNone/>
              <a:defRPr sz="1000">
                <a:solidFill>
                  <a:schemeClr val="dk2"/>
                </a:solidFill>
              </a:defRPr>
            </a:lvl4pPr>
            <a:lvl5pPr algn="r">
              <a:buNone/>
              <a:defRPr sz="1000">
                <a:solidFill>
                  <a:schemeClr val="dk2"/>
                </a:solidFill>
              </a:defRPr>
            </a:lvl5pPr>
            <a:lvl6pPr algn="r">
              <a:buNone/>
              <a:defRPr sz="1000">
                <a:solidFill>
                  <a:schemeClr val="dk2"/>
                </a:solidFill>
              </a:defRPr>
            </a:lvl6pPr>
            <a:lvl7pPr algn="r">
              <a:buNone/>
              <a:defRPr sz="1000">
                <a:solidFill>
                  <a:schemeClr val="dk2"/>
                </a:solidFill>
              </a:defRPr>
            </a:lvl7pPr>
            <a:lvl8pPr algn="r">
              <a:buNone/>
              <a:defRPr sz="1000">
                <a:solidFill>
                  <a:schemeClr val="dk2"/>
                </a:solidFill>
              </a:defRPr>
            </a:lvl8pPr>
            <a:lvl9pPr algn="r">
              <a:buNone/>
              <a:defRPr sz="1000">
                <a:solidFill>
                  <a:schemeClr val="dk2"/>
                </a:solidFill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49e61bbe5784e71"/>
    <p:sldLayoutId xmlns:r="http://schemas.openxmlformats.org/officeDocument/2006/relationships" id="2147483650" r:id="Rd9ce32f4f2fe4eac"/>
    <p:sldLayoutId xmlns:r="http://schemas.openxmlformats.org/officeDocument/2006/relationships" id="2147483651" r:id="Rb7315283f3184317"/>
    <p:sldLayoutId xmlns:r="http://schemas.openxmlformats.org/officeDocument/2006/relationships" id="2147483652" r:id="R43205b047dea42db"/>
    <p:sldLayoutId xmlns:r="http://schemas.openxmlformats.org/officeDocument/2006/relationships" id="2147483653" r:id="Rfb5fa1506479421f"/>
    <p:sldLayoutId xmlns:r="http://schemas.openxmlformats.org/officeDocument/2006/relationships" id="2147483654" r:id="R1651e555e8a140e8"/>
    <p:sldLayoutId xmlns:r="http://schemas.openxmlformats.org/officeDocument/2006/relationships" id="2147483655" r:id="Ra670f494386046cd"/>
    <p:sldLayoutId xmlns:r="http://schemas.openxmlformats.org/officeDocument/2006/relationships" id="2147483656" r:id="Rf5d515b41b704d6f"/>
    <p:sldLayoutId xmlns:r="http://schemas.openxmlformats.org/officeDocument/2006/relationships" id="2147483657" r:id="R1376953a08a448ed"/>
    <p:sldLayoutId xmlns:r="http://schemas.openxmlformats.org/officeDocument/2006/relationships" id="2147483658" r:id="R32c1a6cb82804155"/>
    <p:sldLayoutId xmlns:r="http://schemas.openxmlformats.org/officeDocument/2006/relationships" id="2147483659" r:id="R01896de263ae4bc3"/>
    <p:sldLayoutId xmlns:r="http://schemas.openxmlformats.org/officeDocument/2006/relationships" id="2147483660" r:id="Rd7d0930aa94042c6"/>
  </p:sldLayoutIdLst>
  <p:hf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slideMaster2.xml><?xml version="1.0" encoding="utf-8"?>
<p:sldMaster xmlns:p="http://schemas.openxmlformats.org/presentationml/2006/main">
  <p:cSld name="simple-light-2">
    <p:bg>
      <p:bgPr>
        <a:solidFill xmlns:a="http://schemas.openxmlformats.org/drawingml/2006/main">
          <a:srgbClr val="1213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Google Shape;55;p14">
            <a:extLst xmlns:a="http://schemas.openxmlformats.org/drawingml/2006/main">
              <a:ext uri="{FF2B5EF4-FFF2-40B4-BE49-F238E27FC236}">
                <a16:creationId xmlns:a16="http://schemas.microsoft.com/office/drawing/2014/main" id="{2D9BBA15-9F27-4FE6-A24C-0729A83B723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r">
              <a:buNone/>
              <a:defRPr sz="1000">
                <a:solidFill>
                  <a:schemeClr val="dk2"/>
                </a:solidFill>
              </a:defRPr>
            </a:lvl1pPr>
            <a:lvl2pPr algn="r">
              <a:buNone/>
              <a:defRPr sz="1000">
                <a:solidFill>
                  <a:schemeClr val="dk2"/>
                </a:solidFill>
              </a:defRPr>
            </a:lvl2pPr>
            <a:lvl3pPr algn="r">
              <a:buNone/>
              <a:defRPr sz="1000">
                <a:solidFill>
                  <a:schemeClr val="dk2"/>
                </a:solidFill>
              </a:defRPr>
            </a:lvl3pPr>
            <a:lvl4pPr algn="r">
              <a:buNone/>
              <a:defRPr sz="1000">
                <a:solidFill>
                  <a:schemeClr val="dk2"/>
                </a:solidFill>
              </a:defRPr>
            </a:lvl4pPr>
            <a:lvl5pPr algn="r">
              <a:buNone/>
              <a:defRPr sz="1000">
                <a:solidFill>
                  <a:schemeClr val="dk2"/>
                </a:solidFill>
              </a:defRPr>
            </a:lvl5pPr>
            <a:lvl6pPr algn="r">
              <a:buNone/>
              <a:defRPr sz="1000">
                <a:solidFill>
                  <a:schemeClr val="dk2"/>
                </a:solidFill>
              </a:defRPr>
            </a:lvl6pPr>
            <a:lvl7pPr algn="r">
              <a:buNone/>
              <a:defRPr sz="1000">
                <a:solidFill>
                  <a:schemeClr val="dk2"/>
                </a:solidFill>
              </a:defRPr>
            </a:lvl7pPr>
            <a:lvl8pPr algn="r">
              <a:buNone/>
              <a:defRPr sz="1000">
                <a:solidFill>
                  <a:schemeClr val="dk2"/>
                </a:solidFill>
              </a:defRPr>
            </a:lvl8pPr>
            <a:lvl9pPr algn="r">
              <a:buNone/>
              <a:defRPr sz="1000">
                <a:solidFill>
                  <a:schemeClr val="dk2"/>
                </a:solidFill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62" r:id="Rf8a813f2b66042df"/>
    <p:sldLayoutId xmlns:r="http://schemas.openxmlformats.org/officeDocument/2006/relationships" id="2147483663" r:id="R1cf74e3ff767430f"/>
    <p:sldLayoutId xmlns:r="http://schemas.openxmlformats.org/officeDocument/2006/relationships" id="2147483664" r:id="R4fa24fdf39b84659"/>
    <p:sldLayoutId xmlns:r="http://schemas.openxmlformats.org/officeDocument/2006/relationships" id="2147483665" r:id="Rdca91919e15b4abb"/>
    <p:sldLayoutId xmlns:r="http://schemas.openxmlformats.org/officeDocument/2006/relationships" id="2147483666" r:id="R15186d4260794638"/>
    <p:sldLayoutId xmlns:r="http://schemas.openxmlformats.org/officeDocument/2006/relationships" id="2147483667" r:id="R34511d7d343948e3"/>
    <p:sldLayoutId xmlns:r="http://schemas.openxmlformats.org/officeDocument/2006/relationships" id="2147483668" r:id="Ra1cd56ac5e314270"/>
    <p:sldLayoutId xmlns:r="http://schemas.openxmlformats.org/officeDocument/2006/relationships" id="2147483669" r:id="Rb19fed50d4fd47bb"/>
    <p:sldLayoutId xmlns:r="http://schemas.openxmlformats.org/officeDocument/2006/relationships" id="2147483670" r:id="R2d7e126be80b467f"/>
    <p:sldLayoutId xmlns:r="http://schemas.openxmlformats.org/officeDocument/2006/relationships" id="2147483671" r:id="Re81efa729a84419c"/>
    <p:sldLayoutId xmlns:r="http://schemas.openxmlformats.org/officeDocument/2006/relationships" id="2147483672" r:id="R23a3dcaaaedc4237"/>
    <p:sldLayoutId xmlns:r="http://schemas.openxmlformats.org/officeDocument/2006/relationships" id="2147483673" r:id="Rb954022e4d68483e"/>
  </p:sldLayoutIdLst>
  <p:hf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Masters/theme/theme3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3.xml" Id="Re8bdf66cf5254984" /><Relationship Type="http://schemas.openxmlformats.org/officeDocument/2006/relationships/image" Target="/ppt/media/image4.png" Id="R1e799f7abe8e4270" /><Relationship Type="http://schemas.openxmlformats.org/officeDocument/2006/relationships/notesSlide" Target="/ppt/notesSlides/notesSlide1.xml" Id="R12204cff36d345d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5.xml" Id="Raa1ea387c78f40bb" /><Relationship Type="http://schemas.openxmlformats.org/officeDocument/2006/relationships/notesSlide" Target="/ppt/notesSlides/notesSlide2.xml" Id="R7484a125f3e1449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6.xml" Id="R9bb52722348c471e" /><Relationship Type="http://schemas.openxmlformats.org/officeDocument/2006/relationships/image" Target="/ppt/media/image5.png" Id="R718def17b1804c6b" /><Relationship Type="http://schemas.openxmlformats.org/officeDocument/2006/relationships/image" Target="/ppt/media/image6.png" Id="R4f427e1ee4dd4786" /><Relationship Type="http://schemas.openxmlformats.org/officeDocument/2006/relationships/notesSlide" Target="/ppt/notesSlides/notesSlide3.xml" Id="Rcd3cc9445abf460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2bf6aaeea056480e" /><Relationship Type="http://schemas.openxmlformats.org/officeDocument/2006/relationships/image" Target="/ppt/media/image7.png" Id="R32696616b5b54489" /><Relationship Type="http://schemas.openxmlformats.org/officeDocument/2006/relationships/image" Target="/ppt/media/image8.png" Id="R36aa818ecfe64125" /><Relationship Type="http://schemas.openxmlformats.org/officeDocument/2006/relationships/notesSlide" Target="/ppt/notesSlides/notesSlide4.xml" Id="R9d26c585f573466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8.xml" Id="R1725b2eb70dc4040" /><Relationship Type="http://schemas.openxmlformats.org/officeDocument/2006/relationships/image" Target="/ppt/media/image9.png" Id="R8773af6b51904505" /><Relationship Type="http://schemas.openxmlformats.org/officeDocument/2006/relationships/notesSlide" Target="/ppt/notesSlides/notesSlide5.xml" Id="R310d659579a4491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9.xml" Id="R9aeccd614c8a4a69" /><Relationship Type="http://schemas.openxmlformats.org/officeDocument/2006/relationships/notesSlide" Target="/ppt/notesSlides/notesSlide6.xml" Id="R63c37a6769164e2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213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9" name="Google Shape;119;p28">
            <a:extLst xmlns:a="http://schemas.openxmlformats.org/drawingml/2006/main">
              <a:ext uri="{FF2B5EF4-FFF2-40B4-BE49-F238E27FC236}">
                <a16:creationId xmlns:a16="http://schemas.microsoft.com/office/drawing/2014/main" id="{ACC3C1C4-5E8F-41AF-8643-A6A6CA8DB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0775" y="2586700"/>
            <a:ext cx="3080700" cy="61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1650" tIns="61650" rIns="61650" bIns="6165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</a:rPr>
              <a:t>No One Left Behind</a:t>
            </a:r>
            <a:endParaRPr sz="2400">
              <a:solidFill>
                <a:schemeClr val="lt1"/>
              </a:solidFill>
              <a:latin typeface="Google Sans Flex Medium"/>
              <a:ea typeface="Google Sans Flex Medium"/>
              <a:cs typeface="Google Sans Flex Medium"/>
            </a:endParaRPr>
          </a:p>
        </p:txBody>
      </p:sp>
      <p:pic>
        <p:nvPicPr>
          <p:cNvPr id="120" name="Google Shape;120;p28">
            <a:extLst xmlns:a="http://schemas.openxmlformats.org/drawingml/2006/main">
              <a:ext uri="{FF2B5EF4-FFF2-40B4-BE49-F238E27FC236}">
                <a16:creationId xmlns:a16="http://schemas.microsoft.com/office/drawing/2014/main" id="{2B187C51-B31B-4F71-B1A5-8B58C69B973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e799f7abe8e4270">
            <a:alphaModFix/>
          </a:blip>
          <a:srcRect xmlns:a="http://schemas.openxmlformats.org/drawingml/2006/main" l="0" t="27378" r="0" b="25727"/>
          <a:stretch xmlns:a="http://schemas.openxmlformats.org/drawingml/2006/main"/>
        </p:blipFill>
        <p:spPr>
          <a:xfrm xmlns:a="http://schemas.openxmlformats.org/drawingml/2006/main" rot="10800000" flipH="1">
            <a:off x="3586375" y="2509998"/>
            <a:ext cx="2276050" cy="6003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24001214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213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graphicFrame>
        <p:nvGraphicFramePr>
          <p:cNvPr id="125" name="Google Shape;125;p29">
            <a:extLst xmlns:a="http://schemas.openxmlformats.org/drawingml/2006/main">
              <a:ext uri="{FF2B5EF4-FFF2-40B4-BE49-F238E27FC236}">
                <a16:creationId xmlns:a16="http://schemas.microsoft.com/office/drawing/2014/main" id="{1FFE52CC-9A46-4789-9C0C-E8D28901E8CB}"/>
              </a:ext>
            </a:extLst>
          </p:cNvPr>
          <p:cNvGraphicFramePr/>
          <p:nvPr/>
        </p:nvGraphicFramePr>
        <p:xfrm>
          <a:off xmlns:a="http://schemas.openxmlformats.org/drawingml/2006/main" x="577750" y="1357275"/>
          <a:ext xmlns:a="http://schemas.openxmlformats.org/drawingml/2006/main" cx="3000000" cy="3000000"/>
        </p:xfrm>
        <a:graphic xmlns:a="http://schemas.openxmlformats.org/drawingml/2006/main">
          <a:graphicData uri="http://schemas.openxmlformats.org/drawingml/2006/table">
            <a:tbl>
              <a:tblPr>
                <a:tableStyleId>{36CBF07F-845D-42DA-AEE9-C422CBFCC5D9}</a:tableStyleId>
              </a:tblPr>
              <a:tblGrid>
                <a:gridCol w="1352950"/>
                <a:gridCol w="1352950"/>
                <a:gridCol w="1238050"/>
                <a:gridCol w="1467825"/>
                <a:gridCol w="1352950"/>
                <a:gridCol w="1352950"/>
              </a:tblGrid>
              <a:tr h="399675">
                <a:tc>
                  <a:txBody>
                    <a:bodyPr/>
                    <a:lstStyle/>
                    <a:p>
                      <a:pPr marL="0" lv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75" b="1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NAME</a:t>
                      </a:r>
                      <a:endParaRPr sz="800" b="1">
                        <a:solidFill>
                          <a:schemeClr val="lt1"/>
                        </a:solidFill>
                        <a:latin typeface="Google Sans Flex"/>
                        <a:ea typeface="Google Sans Flex"/>
                        <a:cs typeface="Google Sans Flex"/>
                      </a:endParaRPr>
                    </a:p>
                  </a:txBody>
                  <a:tcPr marL="91425" marR="91425" marT="91425" marB="91425" anchor="ctr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sz="675" b="1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EMAIL</a:t>
                      </a:r>
                      <a:endParaRPr sz="800" b="1">
                        <a:latin typeface="Google Sans Flex"/>
                        <a:ea typeface="Google Sans Flex"/>
                        <a:cs typeface="Google Sans Flex"/>
                      </a:endParaRPr>
                    </a:p>
                  </a:txBody>
                  <a:tcPr marL="91425" marR="91425" marT="91425" marB="91425" anchor="ctr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sz="675" b="1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PHONE</a:t>
                      </a:r>
                      <a:endParaRPr sz="800" b="1">
                        <a:latin typeface="Google Sans Flex"/>
                        <a:ea typeface="Google Sans Flex"/>
                        <a:cs typeface="Google Sans Flex"/>
                      </a:endParaRPr>
                    </a:p>
                  </a:txBody>
                  <a:tcPr marL="91425" marR="91425" marT="91425" marB="91425" anchor="ctr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75" b="1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FILMING AVAILABILITY</a:t>
                      </a:r>
                      <a:endParaRPr sz="800" b="1">
                        <a:solidFill>
                          <a:schemeClr val="lt1"/>
                        </a:solidFill>
                        <a:latin typeface="Google Sans Flex"/>
                        <a:ea typeface="Google Sans Flex"/>
                        <a:cs typeface="Google Sans Flex"/>
                      </a:endParaRPr>
                    </a:p>
                  </a:txBody>
                  <a:tcPr marL="28575" marR="28575" marT="19050" marB="19050" anchor="ctr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75" b="1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PROJECT SHARING</a:t>
                      </a:r>
                      <a:endParaRPr sz="800" b="1">
                        <a:solidFill>
                          <a:schemeClr val="lt1"/>
                        </a:solidFill>
                        <a:latin typeface="Google Sans Flex"/>
                        <a:ea typeface="Google Sans Flex"/>
                        <a:cs typeface="Google Sans Flex"/>
                      </a:endParaRPr>
                    </a:p>
                  </a:txBody>
                  <a:tcPr marL="28575" marR="28575" marT="19050" marB="19050" anchor="ctr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sz="675" b="1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SHARE WITH</a:t>
                      </a:r>
                      <a:endParaRPr sz="600">
                        <a:latin typeface="Google Sans Flex"/>
                        <a:ea typeface="Google Sans Flex"/>
                        <a:cs typeface="Google Sans Flex"/>
                      </a:endParaRPr>
                    </a:p>
                  </a:txBody>
                  <a:tcPr marL="91425" marR="91425" marT="91425" marB="91425" anchor="ctr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  <a:tr h="371775"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Julian Diaz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juliand.odiaz@gmail.com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Confirm with team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Confirm with team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Yes — public repo</a:t>
                      </a:r>
                      <a:endParaRPr i="1"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Team collaborators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  <a:tr h="371775"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Hossein Rahmani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rahmani.hossein1380@gmail.com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Confirm with team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Confirm with team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Yes — public repo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Team collaborators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  <a:tr h="338425"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Himanshu Jha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himanshu2007jha@gmail.com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Confirm with team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Confirm with team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Yes — public repo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Team collaborators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  <a:tr h="338425"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Frontend Lead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student-01-b08d8ba1c5d4@qwiklabs.net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Confirm with team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Confirm with team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Yes — public repo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Team collaborators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  <a:tr h="371775"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Team role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Product / story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Agent / backend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Data / validation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UI / testing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Shared repo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  <a:tr h="371775"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Project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Florida Adaptive Evacuation Readiness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Lee County, FL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Agents for Impact 2026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Public repo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GitHub link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  <a:tr h="338425"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Video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Under 3 minutes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Screen share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Team recording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Submit with deck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Qwiklabs link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  <a:tr h="371775"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Status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Ready to confirm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Phone: confirm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Availability: confirm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Repo sharing: yes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Contacts above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26" name="Google Shape;126;p29">
            <a:extLst xmlns:a="http://schemas.openxmlformats.org/drawingml/2006/main">
              <a:ext uri="{FF2B5EF4-FFF2-40B4-BE49-F238E27FC236}">
                <a16:creationId xmlns:a16="http://schemas.microsoft.com/office/drawing/2014/main" id="{62E3D173-3200-4719-B17B-E7AB4A058F9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sp>
        <p:nvSpPr>
          <p:cNvPr id="127" name="Google Shape;127;p29">
            <a:extLst xmlns:a="http://schemas.openxmlformats.org/drawingml/2006/main">
              <a:ext uri="{FF2B5EF4-FFF2-40B4-BE49-F238E27FC236}">
                <a16:creationId xmlns:a16="http://schemas.microsoft.com/office/drawing/2014/main" id="{830C2E23-09BB-4078-BB3A-7C6827B80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5450" y="567011"/>
            <a:ext cx="5330100" cy="682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Filming Availability: </a:t>
            </a:r>
            <a:r>
              <a:rPr sz="8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Should your team be selected as the winner, indicate if and when you are able to return to the Opera House between 1-4PM on 10/21 to film a team pitch of your project. </a:t>
            </a:r>
            <a:endParaRPr sz="8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Project Sharing: </a:t>
            </a:r>
            <a:r>
              <a:rPr sz="8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Mark “yes” if you are OK with us sharing what you built with your team at work.</a:t>
            </a:r>
            <a:endParaRPr sz="8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Share With: </a:t>
            </a:r>
            <a:r>
              <a:rPr sz="8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If “yes” to the above, is there anyone specific you’d like us to share it with at work?  Provide email(s).</a:t>
            </a:r>
            <a:endParaRPr sz="8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</p:txBody>
      </p:sp>
    </p:spTree>
    <p:extLst>
      <p:ext uri="{BB962C8B-B14F-4D97-AF65-F5344CB8AC3E}">
        <p14:creationId xmlns:p14="http://schemas.microsoft.com/office/powerpoint/2010/main" val="197384138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213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2" name="Google Shape;132;p30">
            <a:extLst xmlns:a="http://schemas.openxmlformats.org/drawingml/2006/main">
              <a:ext uri="{FF2B5EF4-FFF2-40B4-BE49-F238E27FC236}">
                <a16:creationId xmlns:a16="http://schemas.microsoft.com/office/drawing/2014/main" id="{326F05B8-7CDA-4CD5-8CD8-20FB5CD5987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133" name="Google Shape;133;p30">
            <a:extLst xmlns:a="http://schemas.openxmlformats.org/drawingml/2006/main">
              <a:ext uri="{FF2B5EF4-FFF2-40B4-BE49-F238E27FC236}">
                <a16:creationId xmlns:a16="http://schemas.microsoft.com/office/drawing/2014/main" id="{DC33CBA8-A7A2-4EB1-97E6-E769364195C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18def17b1804c6b">
            <a:alphaModFix/>
          </a:blip>
          <a:srcRect xmlns:a="http://schemas.openxmlformats.org/drawingml/2006/main" l="32349" t="0" r="40091" b="0"/>
          <a:stretch xmlns:a="http://schemas.openxmlformats.org/drawingml/2006/main"/>
        </p:blipFill>
        <p:spPr>
          <a:xfrm xmlns:a="http://schemas.openxmlformats.org/drawingml/2006/main">
            <a:off x="1774475" y="471199"/>
            <a:ext cx="1003551" cy="20482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34" name="Google Shape;134;p30">
            <a:extLst xmlns:a="http://schemas.openxmlformats.org/drawingml/2006/main">
              <a:ext uri="{FF2B5EF4-FFF2-40B4-BE49-F238E27FC236}">
                <a16:creationId xmlns:a16="http://schemas.microsoft.com/office/drawing/2014/main" id="{8C26DBEA-0080-4585-BBAF-8B44BA35AFB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f427e1ee4dd4786">
            <a:alphaModFix/>
          </a:blip>
          <a:srcRect xmlns:a="http://schemas.openxmlformats.org/drawingml/2006/main" l="32349" t="0" r="40091" b="0"/>
          <a:stretch xmlns:a="http://schemas.openxmlformats.org/drawingml/2006/main"/>
        </p:blipFill>
        <p:spPr>
          <a:xfrm xmlns:a="http://schemas.openxmlformats.org/drawingml/2006/main" rot="10800000">
            <a:off x="6382750" y="506306"/>
            <a:ext cx="1003551" cy="20482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35" name="Google Shape;135;p30">
            <a:extLst xmlns:a="http://schemas.openxmlformats.org/drawingml/2006/main">
              <a:ext uri="{FF2B5EF4-FFF2-40B4-BE49-F238E27FC236}">
                <a16:creationId xmlns:a16="http://schemas.microsoft.com/office/drawing/2014/main" id="{D46E8E9C-8493-48E4-B730-8EBADA959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9600" y="2637075"/>
            <a:ext cx="3604800" cy="413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>
            <a:defPPr>
              <a:defRPr sz="975">
                <a:solidFill>
                  <a:srgbClr val="FFFFFF"/>
                </a:solidFill>
              </a:defRPr>
            </a:defPPr>
            <a:lvl1pPr>
              <a:defRPr sz="975">
                <a:solidFill>
                  <a:srgbClr val="FFFFFF"/>
                </a:solidFill>
              </a:defRPr>
            </a:lvl1pPr>
            <a:lvl2pPr>
              <a:defRPr sz="975">
                <a:solidFill>
                  <a:srgbClr val="FFFFFF"/>
                </a:solidFill>
              </a:defRPr>
            </a:lvl2pPr>
            <a:lvl3pPr>
              <a:defRPr sz="975">
                <a:solidFill>
                  <a:srgbClr val="FFFFFF"/>
                </a:solidFill>
              </a:defRPr>
            </a:lvl3pPr>
            <a:lvl4pPr>
              <a:defRPr sz="975">
                <a:solidFill>
                  <a:srgbClr val="FFFFFF"/>
                </a:solidFill>
              </a:defRPr>
            </a:lvl4pPr>
            <a:lvl5pPr>
              <a:defRPr sz="975">
                <a:solidFill>
                  <a:srgbClr val="FFFFFF"/>
                </a:solidFill>
              </a:defRPr>
            </a:lvl5pPr>
            <a:lvl6pPr>
              <a:defRPr sz="975">
                <a:solidFill>
                  <a:srgbClr val="FFFFFF"/>
                </a:solidFill>
              </a:defRPr>
            </a:lvl6pPr>
            <a:lvl7pPr>
              <a:defRPr sz="975">
                <a:solidFill>
                  <a:srgbClr val="FFFFFF"/>
                </a:solidFill>
              </a:defRPr>
            </a:lvl7pPr>
            <a:lvl8pPr>
              <a:defRPr sz="975">
                <a:solidFill>
                  <a:srgbClr val="FFFFFF"/>
                </a:solidFill>
              </a:defRPr>
            </a:lvl8pPr>
            <a:lvl9pPr>
              <a:defRPr sz="975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marL="0" lvl="0" indent="0" algn="ctr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  <a:latin typeface="Google Sans Flex Medium"/>
                <a:ea typeface="Google Sans Flex Medium"/>
                <a:cs typeface="Google Sans Flex Medium"/>
              </a:rPr>
              <a:t>Challenge Overview</a:t>
            </a:r>
            <a:endParaRPr sz="1200">
              <a:solidFill>
                <a:schemeClr val="dk1"/>
              </a:solidFill>
            </a:endParaRPr>
          </a:p>
          <a:p xmlns:a="http://schemas.openxmlformats.org/drawingml/2006/main">
            <a:pPr marL="0" lvl="0" indent="0" algn="ctr">
              <a:lnSpc>
                <a:spcPct val="105000"/>
              </a:lnSpc>
              <a:spcBef>
                <a:spcPts val="2100"/>
              </a:spcBef>
              <a:spcAft>
                <a:spcPts val="0"/>
              </a:spcAft>
              <a:buNone/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  <a:latin typeface="Google Sans Flex Medium"/>
                <a:ea typeface="Google Sans Flex Medium"/>
                <a:cs typeface="Google Sans Flex Medium"/>
              </a:rPr>
              <a:t>Lee County needs a pre-landfall plan for residents who cannot self-evacuate.</a:t>
            </a:r>
            <a:endParaRPr sz="1200">
              <a:solidFill>
                <a:srgbClr val="F8F8F8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ctr">
              <a:lnSpc>
                <a:spcPct val="105000"/>
              </a:lnSpc>
              <a:spcBef>
                <a:spcPts val="2100"/>
              </a:spcBef>
              <a:spcAft>
                <a:spcPts val="210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Google Sans Flex Medium"/>
              <a:ea typeface="Google Sans Flex Medium"/>
              <a:cs typeface="Google Sans Flex Medium"/>
            </a:endParaRPr>
          </a:p>
          <a:p xmlns:a="http://schemas.openxmlformats.org/drawingml/2006/main">
            <a:pPr marL="0" lvl="0" indent="0" algn="ctr">
              <a:lnSpc>
                <a:spcPct val="105000"/>
              </a:lnSpc>
              <a:spcBef>
                <a:spcPts val="2100"/>
              </a:spcBef>
              <a:spcAft>
                <a:spcPts val="2100"/>
              </a:spcAft>
              <a:buNone/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</a:rPr>
              <a:t>Ian’s median age of death was in the seventies. 3,840 households lack a vehicle; 1,420 residents depend on medical power.</a:t>
            </a:r>
            <a:endParaRPr sz="1200">
              <a:solidFill>
                <a:schemeClr val="lt1"/>
              </a:solidFill>
              <a:latin typeface="Google Sans Flex Medium"/>
              <a:ea typeface="Google Sans Flex Medium"/>
              <a:cs typeface="Google Sans Flex Medium"/>
            </a:endParaRPr>
          </a:p>
          <a:p xmlns:a="http://schemas.openxmlformats.org/drawingml/2006/main">
            <a:pPr marL="0" lvl="0" indent="0" algn="ctr">
              <a:lnSpc>
                <a:spcPct val="105000"/>
              </a:lnSpc>
              <a:spcBef>
                <a:spcPts val="2100"/>
              </a:spcBef>
              <a:spcAft>
                <a:spcPts val="210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Google Sans Flex Medium"/>
              <a:ea typeface="Google Sans Flex Medium"/>
              <a:cs typeface="Google Sans Flex Medium"/>
            </a:endParaRPr>
          </a:p>
          <a:p xmlns:a="http://schemas.openxmlformats.org/drawingml/2006/main">
            <a:pPr marL="0" lvl="0" indent="0" algn="ctr">
              <a:lnSpc>
                <a:spcPct val="105000"/>
              </a:lnSpc>
              <a:spcBef>
                <a:spcPts val="2100"/>
              </a:spcBef>
              <a:spcAft>
                <a:spcPts val="2100"/>
              </a:spcAft>
              <a:buNone/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</a:rPr>
              <a:t>The county and its community partners need one shared plan.</a:t>
            </a:r>
            <a:endParaRPr sz="1200">
              <a:solidFill>
                <a:schemeClr val="lt1"/>
              </a:solidFill>
              <a:latin typeface="Google Sans Flex Medium"/>
              <a:ea typeface="Google Sans Flex Medium"/>
              <a:cs typeface="Google Sans Flex Medium"/>
            </a:endParaRPr>
          </a:p>
        </p:txBody>
      </p:sp>
    </p:spTree>
    <p:extLst>
      <p:ext uri="{BB962C8B-B14F-4D97-AF65-F5344CB8AC3E}">
        <p14:creationId xmlns:p14="http://schemas.microsoft.com/office/powerpoint/2010/main" val="211849587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213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0" name="Google Shape;140;p31">
            <a:extLst xmlns:a="http://schemas.openxmlformats.org/drawingml/2006/main">
              <a:ext uri="{FF2B5EF4-FFF2-40B4-BE49-F238E27FC236}">
                <a16:creationId xmlns:a16="http://schemas.microsoft.com/office/drawing/2014/main" id="{8F37FFCC-DF90-49D3-8687-8E234E16A64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sp>
        <p:nvSpPr>
          <p:cNvPr id="141" name="Google Shape;141;p31">
            <a:extLst xmlns:a="http://schemas.openxmlformats.org/drawingml/2006/main">
              <a:ext uri="{FF2B5EF4-FFF2-40B4-BE49-F238E27FC236}">
                <a16:creationId xmlns:a16="http://schemas.microsoft.com/office/drawing/2014/main" id="{4AEDD6AC-F3D9-4497-9229-972C9870B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5575" y="2405175"/>
            <a:ext cx="3862800" cy="45826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5000"/>
              </a:lnSpc>
              <a:spcBef>
                <a:spcPts val="1200"/>
              </a:spcBef>
              <a:spcAft>
                <a:spcPts val="2100"/>
              </a:spcAft>
              <a:buNone/>
            </a:pPr>
            <a:r>
              <a:rPr sz="12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</a:rPr>
              <a:t>Our Agent</a:t>
            </a:r>
            <a:endParaRPr sz="1200"/>
          </a:p>
          <a:p xmlns:a="http://schemas.openxmlformats.org/drawingml/2006/main">
            <a:pPr marL="0" lvl="0" indent="0" algn="ctr">
              <a:lnSpc>
                <a:spcPct val="105000"/>
              </a:lnSpc>
              <a:spcBef>
                <a:spcPts val="1200"/>
              </a:spcBef>
              <a:spcAft>
                <a:spcPts val="2100"/>
              </a:spcAft>
              <a:buNone/>
            </a:pPr>
            <a:r>
              <a:rPr sz="12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</a:rPr>
              <a:t>The planner asks which areas are hardest to evacuate. The agent ranks risk from BigQuery gold tables, finds nearby outreach hubs, grounds shelter places with Google Maps, and creates a human validation task for what the data cannot confirm.</a:t>
            </a:r>
            <a:endParaRPr sz="1200"/>
          </a:p>
          <a:p xmlns:a="http://schemas.openxmlformats.org/drawingml/2006/main">
            <a:pPr marL="0" lvl="0" indent="0" algn="ctr">
              <a:lnSpc>
                <a:spcPct val="105000"/>
              </a:lnSpc>
              <a:spcBef>
                <a:spcPts val="1200"/>
              </a:spcBef>
              <a:spcAft>
                <a:spcPts val="2100"/>
              </a:spcAft>
              <a:buNone/>
            </a:pPr>
            <a:r>
              <a:rPr sz="12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</a:rPr>
              <a:t/>
            </a:r>
            <a:endParaRPr sz="1200"/>
          </a:p>
          <a:p xmlns:a="http://schemas.openxmlformats.org/drawingml/2006/main">
            <a:pPr marL="0" lvl="0" indent="0" algn="ctr">
              <a:lnSpc>
                <a:spcPct val="105000"/>
              </a:lnSpc>
              <a:spcBef>
                <a:spcPts val="1200"/>
              </a:spcBef>
              <a:spcAft>
                <a:spcPts val="2100"/>
              </a:spcAft>
              <a:buNone/>
            </a:pPr>
            <a:r>
              <a:rPr sz="12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</a:rPr>
              <a:t>Positive outcome</a:t>
            </a:r>
            <a:endParaRPr sz="1200"/>
          </a:p>
          <a:p xmlns:a="http://schemas.openxmlformats.org/drawingml/2006/main">
            <a:pPr marL="0" lvl="0" indent="0" algn="ctr">
              <a:lnSpc>
                <a:spcPct val="105000"/>
              </a:lnSpc>
              <a:spcBef>
                <a:spcPts val="1200"/>
              </a:spcBef>
              <a:spcAft>
                <a:spcPts val="2100"/>
              </a:spcAft>
              <a:buNone/>
            </a:pPr>
            <a:r>
              <a:rPr sz="12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</a:rPr>
              <a:t>A county brief that names the next partner conversation, the right destination, the right backup, and the peer network needed to reach residents before landfall.</a:t>
            </a:r>
            <a:endParaRPr sz="1200"/>
          </a:p>
        </p:txBody>
      </p:sp>
      <p:pic>
        <p:nvPicPr>
          <p:cNvPr id="142" name="Google Shape;142;p31">
            <a:extLst xmlns:a="http://schemas.openxmlformats.org/drawingml/2006/main">
              <a:ext uri="{FF2B5EF4-FFF2-40B4-BE49-F238E27FC236}">
                <a16:creationId xmlns:a16="http://schemas.microsoft.com/office/drawing/2014/main" id="{95BD938C-46D0-4F62-A79D-C87AA2ECF95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696616b5b54489">
            <a:alphaModFix/>
          </a:blip>
          <a:srcRect xmlns:a="http://schemas.openxmlformats.org/drawingml/2006/main" l="27525" t="0" r="2752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10800000">
            <a:off x="0" y="1225522"/>
            <a:ext cx="1936451" cy="2692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43" name="Google Shape;143;p31">
            <a:extLst xmlns:a="http://schemas.openxmlformats.org/drawingml/2006/main">
              <a:ext uri="{FF2B5EF4-FFF2-40B4-BE49-F238E27FC236}">
                <a16:creationId xmlns:a16="http://schemas.microsoft.com/office/drawing/2014/main" id="{947F32B4-29D7-4801-A0AB-C04B191B2C7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aa818ecfe64125">
            <a:alphaModFix/>
          </a:blip>
          <a:srcRect xmlns:a="http://schemas.openxmlformats.org/drawingml/2006/main" l="27525" t="0" r="2752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07550" y="1225522"/>
            <a:ext cx="1936451" cy="2692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26731532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213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8" name="Google Shape;148;p32">
            <a:extLst xmlns:a="http://schemas.openxmlformats.org/drawingml/2006/main">
              <a:ext uri="{FF2B5EF4-FFF2-40B4-BE49-F238E27FC236}">
                <a16:creationId xmlns:a16="http://schemas.microsoft.com/office/drawing/2014/main" id="{128DBD6E-3F2C-43CB-9ECE-D52194F0E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150" y="1714450"/>
            <a:ext cx="5587500" cy="190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defPPr>
              <a:defRPr sz="975">
                <a:solidFill>
                  <a:srgbClr val="FFFFFF"/>
                </a:solidFill>
              </a:defRPr>
            </a:defPPr>
            <a:lvl1pPr>
              <a:defRPr sz="975">
                <a:solidFill>
                  <a:srgbClr val="FFFFFF"/>
                </a:solidFill>
              </a:defRPr>
            </a:lvl1pPr>
            <a:lvl2pPr>
              <a:defRPr sz="975">
                <a:solidFill>
                  <a:srgbClr val="FFFFFF"/>
                </a:solidFill>
              </a:defRPr>
            </a:lvl2pPr>
            <a:lvl3pPr>
              <a:defRPr sz="975">
                <a:solidFill>
                  <a:srgbClr val="FFFFFF"/>
                </a:solidFill>
              </a:defRPr>
            </a:lvl3pPr>
            <a:lvl4pPr>
              <a:defRPr sz="975">
                <a:solidFill>
                  <a:srgbClr val="FFFFFF"/>
                </a:solidFill>
              </a:defRPr>
            </a:lvl4pPr>
            <a:lvl5pPr>
              <a:defRPr sz="975">
                <a:solidFill>
                  <a:srgbClr val="FFFFFF"/>
                </a:solidFill>
              </a:defRPr>
            </a:lvl5pPr>
            <a:lvl6pPr>
              <a:defRPr sz="975">
                <a:solidFill>
                  <a:srgbClr val="FFFFFF"/>
                </a:solidFill>
              </a:defRPr>
            </a:lvl6pPr>
            <a:lvl7pPr>
              <a:defRPr sz="975">
                <a:solidFill>
                  <a:srgbClr val="FFFFFF"/>
                </a:solidFill>
              </a:defRPr>
            </a:lvl7pPr>
            <a:lvl8pPr>
              <a:defRPr sz="975">
                <a:solidFill>
                  <a:srgbClr val="FFFFFF"/>
                </a:solidFill>
              </a:defRPr>
            </a:lvl8pPr>
            <a:lvl9pPr>
              <a:defRPr sz="975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  <a:latin typeface="Google Sans Flex Medium"/>
                <a:ea typeface="Google Sans Flex Medium"/>
                <a:cs typeface="Google Sans Flex Medium"/>
              </a:rPr>
              <a:t>Sources</a:t>
            </a:r>
            <a:endParaRPr sz="12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2100"/>
              </a:spcBef>
              <a:spcAft>
                <a:spcPts val="1200"/>
              </a:spcAft>
              <a:buNone/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  <a:latin typeface="Google Sans Flex Medium"/>
                <a:ea typeface="Google Sans Flex Medium"/>
                <a:cs typeface="Google Sans Flex Medium"/>
              </a:rPr>
              <a:t>BigQuery gold tables: vulnerability, shelters, power dependence, hazard exposure.</a:t>
            </a:r>
            <a:endParaRPr sz="12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2100"/>
              </a:spcBef>
              <a:spcAft>
                <a:spcPts val="1200"/>
              </a:spcAft>
              <a:buNone/>
            </a:pPr>
            <a:r>
              <a:rPr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</a:rPr>
              <a:t/>
            </a:r>
            <a:endParaRPr sz="12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2100"/>
              </a:spcBef>
              <a:spcAft>
                <a:spcPts val="1200"/>
              </a:spcAft>
              <a:buNone/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  <a:latin typeface="Google Sans Flex Medium"/>
                <a:ea typeface="Google Sans Flex Medium"/>
                <a:cs typeface="Google Sans Flex Medium"/>
              </a:rPr>
              <a:t>Google Maps grounding: places and routing check whether a registered facility still exists.</a:t>
            </a:r>
            <a:endParaRPr sz="12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2100"/>
              </a:spcBef>
              <a:spcAft>
                <a:spcPts val="1200"/>
              </a:spcAft>
              <a:buNone/>
            </a:pPr>
            <a:r>
              <a:rPr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</a:rPr>
              <a:t/>
            </a:r>
            <a:endParaRPr sz="12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2100"/>
              </a:spcBef>
              <a:spcAft>
                <a:spcPts val="1200"/>
              </a:spcAft>
              <a:buNone/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  <a:latin typeface="Google Sans Flex Medium"/>
                <a:ea typeface="Google Sans Flex Medium"/>
                <a:cs typeface="Google Sans Flex Medium"/>
              </a:rPr>
              <a:t>Community partners validate accessibility and operations in person.</a:t>
            </a:r>
            <a:endParaRPr sz="12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2100"/>
              </a:spcBef>
              <a:spcAft>
                <a:spcPts val="1200"/>
              </a:spcAft>
              <a:buNone/>
            </a:pPr>
            <a:r>
              <a:rPr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</a:rPr>
              <a:t/>
            </a:r>
            <a:endParaRPr sz="12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2100"/>
              </a:spcBef>
              <a:spcAft>
                <a:spcPts val="1200"/>
              </a:spcAft>
              <a:buNone/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  <a:latin typeface="Google Sans Flex Medium"/>
                <a:ea typeface="Google Sans Flex Medium"/>
                <a:cs typeface="Google Sans Flex Medium"/>
              </a:rPr>
              <a:t>The agent keeps recorded, derived, grounded, and unknown facts distinct.</a:t>
            </a:r>
            <a:endParaRPr sz="12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</p:txBody>
      </p:sp>
      <p:sp>
        <p:nvSpPr>
          <p:cNvPr id="149" name="Google Shape;149;p32">
            <a:extLst xmlns:a="http://schemas.openxmlformats.org/drawingml/2006/main">
              <a:ext uri="{FF2B5EF4-FFF2-40B4-BE49-F238E27FC236}">
                <a16:creationId xmlns:a16="http://schemas.microsoft.com/office/drawing/2014/main" id="{A278780A-F365-4A85-B950-E924FA8812C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150" name="Google Shape;150;p32">
            <a:extLst xmlns:a="http://schemas.openxmlformats.org/drawingml/2006/main">
              <a:ext uri="{FF2B5EF4-FFF2-40B4-BE49-F238E27FC236}">
                <a16:creationId xmlns:a16="http://schemas.microsoft.com/office/drawing/2014/main" id="{BBC8E574-0D4D-4D54-9DA6-933CADED526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73af6b51904505">
            <a:alphaModFix/>
          </a:blip>
          <a:srcRect xmlns:a="http://schemas.openxmlformats.org/drawingml/2006/main" l="0" t="34044" r="0" b="340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10800000">
            <a:off x="4175675" y="519496"/>
            <a:ext cx="4769550" cy="951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92508327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213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5" name="Google Shape;155;p33">
            <a:extLst xmlns:a="http://schemas.openxmlformats.org/drawingml/2006/main">
              <a:ext uri="{FF2B5EF4-FFF2-40B4-BE49-F238E27FC236}">
                <a16:creationId xmlns:a16="http://schemas.microsoft.com/office/drawing/2014/main" id="{0461E2A5-C715-4838-8AD3-28E22CD2B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00" y="2019250"/>
            <a:ext cx="4605300" cy="2242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defPPr>
              <a:defRPr sz="1050">
                <a:solidFill>
                  <a:srgbClr val="FFFFFF"/>
                </a:solidFill>
              </a:defRPr>
            </a:defPPr>
            <a:lvl1pPr>
              <a:defRPr sz="1050">
                <a:solidFill>
                  <a:srgbClr val="FFFFFF"/>
                </a:solidFill>
              </a:defRPr>
            </a:lvl1pPr>
            <a:lvl2pPr>
              <a:defRPr sz="1050">
                <a:solidFill>
                  <a:srgbClr val="FFFFFF"/>
                </a:solidFill>
              </a:defRPr>
            </a:lvl2pPr>
            <a:lvl3pPr>
              <a:defRPr sz="1050">
                <a:solidFill>
                  <a:srgbClr val="FFFFFF"/>
                </a:solidFill>
              </a:defRPr>
            </a:lvl3pPr>
            <a:lvl4pPr>
              <a:defRPr sz="1050">
                <a:solidFill>
                  <a:srgbClr val="FFFFFF"/>
                </a:solidFill>
              </a:defRPr>
            </a:lvl4pPr>
            <a:lvl5pPr>
              <a:defRPr sz="1050">
                <a:solidFill>
                  <a:srgbClr val="FFFFFF"/>
                </a:solidFill>
              </a:defRPr>
            </a:lvl5pPr>
            <a:lvl6pPr>
              <a:defRPr sz="1050">
                <a:solidFill>
                  <a:srgbClr val="FFFFFF"/>
                </a:solidFill>
              </a:defRPr>
            </a:lvl6pPr>
            <a:lvl7pPr>
              <a:defRPr sz="1050">
                <a:solidFill>
                  <a:srgbClr val="FFFFFF"/>
                </a:solidFill>
              </a:defRPr>
            </a:lvl7pPr>
            <a:lvl8pPr>
              <a:defRPr sz="1050">
                <a:solidFill>
                  <a:srgbClr val="FFFFFF"/>
                </a:solidFill>
              </a:defRPr>
            </a:lvl8pPr>
            <a:lvl9pPr>
              <a:defRPr sz="105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  <a:latin typeface="Google Sans Flex Medium"/>
                <a:ea typeface="Google Sans Flex Medium"/>
                <a:cs typeface="Google Sans Flex Medium"/>
              </a:rPr>
              <a:t>Prototype Architecture</a:t>
            </a:r>
            <a:endParaRPr sz="12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2100"/>
              </a:spcBef>
              <a:spcAft>
                <a:spcPts val="1200"/>
              </a:spcAft>
              <a:buNone/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  <a:latin typeface="Google Sans Flex Medium"/>
                <a:ea typeface="Google Sans Flex Medium"/>
                <a:cs typeface="Google Sans Flex Medium"/>
              </a:rPr>
              <a:t>Emergency manager → React command center → ADK agent with Gemini 3.x</a:t>
            </a:r>
            <a:endParaRPr sz="12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2100"/>
              </a:spcBef>
              <a:spcAft>
                <a:spcPts val="1200"/>
              </a:spcAft>
              <a:buNone/>
            </a:pPr>
            <a:r>
              <a:rPr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</a:rPr>
              <a:t/>
            </a:r>
            <a:endParaRPr sz="12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2100"/>
              </a:spcBef>
              <a:spcAft>
                <a:spcPts val="1200"/>
              </a:spcAft>
              <a:buNone/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  <a:latin typeface="Google Sans Flex Medium"/>
                <a:ea typeface="Google Sans Flex Medium"/>
                <a:cs typeface="Google Sans Flex Medium"/>
              </a:rPr>
              <a:t>BigQuery ranks risk and shelter options. Google Maps grounds places and routes. Community partners recruit peers and validate unknowns. The agent produces the Readiness Brief.</a:t>
            </a:r>
            <a:endParaRPr sz="12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</p:txBody>
      </p:sp>
      <p:sp>
        <p:nvSpPr>
          <p:cNvPr id="156" name="Google Shape;156;p33">
            <a:extLst xmlns:a="http://schemas.openxmlformats.org/drawingml/2006/main">
              <a:ext uri="{FF2B5EF4-FFF2-40B4-BE49-F238E27FC236}">
                <a16:creationId xmlns:a16="http://schemas.microsoft.com/office/drawing/2014/main" id="{BA260306-6839-4741-821B-06F8D869F48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sp>
        <p:nvSpPr>
          <p:cNvPr id="157" name="Google Shape;157;p33">
            <a:extLst xmlns:a="http://schemas.openxmlformats.org/drawingml/2006/main">
              <a:ext uri="{FF2B5EF4-FFF2-40B4-BE49-F238E27FC236}">
                <a16:creationId xmlns:a16="http://schemas.microsoft.com/office/drawing/2014/main" id="{526B25FD-61E9-42D7-BE79-FDFAD3A26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666" y="509013"/>
            <a:ext cx="855600" cy="131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0">
                <a:solidFill>
                  <a:srgbClr val="F8F8F8"/>
                </a:solidFill>
                <a:latin typeface="Google Sans Flex Thin"/>
                <a:ea typeface="Google Sans Flex Thin"/>
                <a:cs typeface="Google Sans Flex Thin"/>
              </a:rPr>
              <a:t>(</a:t>
            </a:r>
            <a:endParaRPr sz="9000">
              <a:solidFill>
                <a:srgbClr val="F8F8F8"/>
              </a:solidFill>
              <a:latin typeface="Google Sans Flex Thin"/>
              <a:ea typeface="Google Sans Flex Thin"/>
              <a:cs typeface="Google Sans Flex Thin"/>
            </a:endParaRPr>
          </a:p>
        </p:txBody>
      </p:sp>
      <p:sp>
        <p:nvSpPr>
          <p:cNvPr id="158" name="Google Shape;158;p33">
            <a:extLst xmlns:a="http://schemas.openxmlformats.org/drawingml/2006/main">
              <a:ext uri="{FF2B5EF4-FFF2-40B4-BE49-F238E27FC236}">
                <a16:creationId xmlns:a16="http://schemas.microsoft.com/office/drawing/2014/main" id="{1D2158ED-CACD-4ED8-BB2B-47514F99B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3230216" y="585213"/>
            <a:ext cx="855600" cy="131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0">
                <a:solidFill>
                  <a:srgbClr val="F8F8F8"/>
                </a:solidFill>
                <a:latin typeface="Google Sans Flex Thin"/>
                <a:ea typeface="Google Sans Flex Thin"/>
                <a:cs typeface="Google Sans Flex Thin"/>
              </a:rPr>
              <a:t>(</a:t>
            </a:r>
            <a:endParaRPr sz="9000">
              <a:solidFill>
                <a:srgbClr val="F8F8F8"/>
              </a:solidFill>
              <a:latin typeface="Google Sans Flex Thin"/>
              <a:ea typeface="Google Sans Flex Thin"/>
              <a:cs typeface="Google Sans Flex Thin"/>
            </a:endParaRPr>
          </a:p>
        </p:txBody>
      </p:sp>
    </p:spTree>
    <p:extLst>
      <p:ext uri="{BB962C8B-B14F-4D97-AF65-F5344CB8AC3E}">
        <p14:creationId xmlns:p14="http://schemas.microsoft.com/office/powerpoint/2010/main" val="1693061306"/>
      </p:ext>
    </p:extLst>
  </p:cSld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2026-10-20T20:12:44.9960000Z</dcterms:created>
  <dcterms:modified xsi:type="dcterms:W3CDTF">2026-10-20T20:12:44.9960000Z</dcterms:modified>
</coreProperties>
</file>