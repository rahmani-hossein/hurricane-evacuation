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fb596e40314f4c" /><Relationship Type="http://schemas.openxmlformats.org/officeDocument/2006/relationships/extended-properties" Target="/docProps/app.xml" Id="R942294d7969d406b" /><Relationship Type="http://schemas.openxmlformats.org/officeDocument/2006/relationships/officeDocument" Target="/ppt/presentation.xml" Id="Rd37db0e8bd3c4bf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3fc3b3753674676"/>
    <p:sldMasterId xmlns:r="http://schemas.openxmlformats.org/officeDocument/2006/relationships" id="2147483661" r:id="R515074de90814684"/>
  </p:sldMasterIdLst>
  <p:notesMasterIdLst>
    <p:notesMasterId xmlns:r="http://schemas.openxmlformats.org/officeDocument/2006/relationships" r:id="R8a8525a553c0485f"/>
  </p:notesMasterIdLst>
  <p:sldIdLst>
    <p:sldId xmlns:r="http://schemas.openxmlformats.org/officeDocument/2006/relationships" id="256" r:id="Rd57e249eec634104"/>
    <p:sldId xmlns:r="http://schemas.openxmlformats.org/officeDocument/2006/relationships" id="257" r:id="R5b2275e098fb463e"/>
    <p:sldId xmlns:r="http://schemas.openxmlformats.org/officeDocument/2006/relationships" id="258" r:id="R28a74cbb941b468d"/>
    <p:sldId xmlns:r="http://schemas.openxmlformats.org/officeDocument/2006/relationships" id="259" r:id="Rb1ad7aef38054070"/>
    <p:sldId xmlns:r="http://schemas.openxmlformats.org/officeDocument/2006/relationships" id="260" r:id="Rb6dbfc11f45a49a1"/>
    <p:sldId xmlns:r="http://schemas.openxmlformats.org/officeDocument/2006/relationships" id="261" r:id="R28c1a850842c471a"/>
  </p:sldIdLst>
  <p:sldSz cx="9144000" cy="5143500"/>
  <p:notesSz cx="6858000" cy="9144000"/>
  <p:embeddedFontLst>
    <p:embeddedFont>
      <p:font typeface="Google Sans"/>
      <p:regular xmlns:r="http://schemas.openxmlformats.org/officeDocument/2006/relationships" r:id="R00e360cf365146ef"/>
      <p:bold xmlns:r="http://schemas.openxmlformats.org/officeDocument/2006/relationships" r:id="R00fc84b422894370"/>
      <p:italic xmlns:r="http://schemas.openxmlformats.org/officeDocument/2006/relationships" r:id="Ra677b6c2182a465b"/>
      <p:boldItalic xmlns:r="http://schemas.openxmlformats.org/officeDocument/2006/relationships" r:id="R3384a8d4d6944a9e"/>
    </p:embeddedFont>
    <p:embeddedFont>
      <p:font typeface="Google Sans Flex Medium"/>
      <p:regular xmlns:r="http://schemas.openxmlformats.org/officeDocument/2006/relationships" r:id="R09233ffa6bac4446"/>
      <p:bold xmlns:r="http://schemas.openxmlformats.org/officeDocument/2006/relationships" r:id="R45b72db35d3a4af8"/>
    </p:embeddedFont>
    <p:embeddedFont>
      <p:font typeface="Google Sans Flex"/>
      <p:regular xmlns:r="http://schemas.openxmlformats.org/officeDocument/2006/relationships" r:id="R813d53b07d9e491a"/>
      <p:bold xmlns:r="http://schemas.openxmlformats.org/officeDocument/2006/relationships" r:id="R9df752f5b2c045b0"/>
    </p:embeddedFont>
    <p:embeddedFont>
      <p:font typeface="Google Sans Flex Thin"/>
      <p:regular xmlns:r="http://schemas.openxmlformats.org/officeDocument/2006/relationships" r:id="R8624aec8908c4492"/>
      <p:bold xmlns:r="http://schemas.openxmlformats.org/officeDocument/2006/relationships" r:id="R013cd6092055467e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36CBF07F-845D-42DA-AEE9-C422CBFCC5D9}">
  <a:tblStyle styleId="{36CBF07F-845D-42DA-AEE9-C422CBFCC5D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0e5d01d6384b13" /><Relationship Type="http://schemas.openxmlformats.org/officeDocument/2006/relationships/slideMaster" Target="/ppt/slideMasters/slideMaster1.xml" Id="R43fc3b3753674676" /><Relationship Type="http://schemas.openxmlformats.org/officeDocument/2006/relationships/slideMaster" Target="/ppt/slideMasters/slideMaster2.xml" Id="R515074de90814684" /><Relationship Type="http://schemas.openxmlformats.org/officeDocument/2006/relationships/notesMaster" Target="/ppt/notesMasters/notesMaster1.xml" Id="R8a8525a553c0485f" /><Relationship Type="http://schemas.openxmlformats.org/officeDocument/2006/relationships/presProps" Target="/ppt/presProps.xml" Id="R2ea5c6f7a785476c" /><Relationship Type="http://schemas.openxmlformats.org/officeDocument/2006/relationships/viewProps" Target="/ppt/viewProps.xml" Id="Re02dd7968c3f4021" /><Relationship Type="http://schemas.openxmlformats.org/officeDocument/2006/relationships/tableStyles" Target="/ppt/tableStyles.xml" Id="R1ce4a965a3f74436" /><Relationship Type="http://schemas.openxmlformats.org/officeDocument/2006/relationships/font" Target="/ppt/fonts/font.dat" Id="R00e360cf365146ef" /><Relationship Type="http://schemas.openxmlformats.org/officeDocument/2006/relationships/font" Target="/ppt/fonts/font2.dat" Id="R00fc84b422894370" /><Relationship Type="http://schemas.openxmlformats.org/officeDocument/2006/relationships/font" Target="/ppt/fonts/font3.dat" Id="Ra677b6c2182a465b" /><Relationship Type="http://schemas.openxmlformats.org/officeDocument/2006/relationships/font" Target="/ppt/fonts/font4.dat" Id="R3384a8d4d6944a9e" /><Relationship Type="http://schemas.openxmlformats.org/officeDocument/2006/relationships/font" Target="/ppt/fonts/font5.dat" Id="R09233ffa6bac4446" /><Relationship Type="http://schemas.openxmlformats.org/officeDocument/2006/relationships/font" Target="/ppt/fonts/font6.dat" Id="R45b72db35d3a4af8" /><Relationship Type="http://schemas.openxmlformats.org/officeDocument/2006/relationships/font" Target="/ppt/fonts/font7.dat" Id="R813d53b07d9e491a" /><Relationship Type="http://schemas.openxmlformats.org/officeDocument/2006/relationships/font" Target="/ppt/fonts/font8.dat" Id="R9df752f5b2c045b0" /><Relationship Type="http://schemas.openxmlformats.org/officeDocument/2006/relationships/font" Target="/ppt/fonts/font9.dat" Id="R8624aec8908c4492" /><Relationship Type="http://schemas.openxmlformats.org/officeDocument/2006/relationships/font" Target="/ppt/fonts/font10.dat" Id="R013cd6092055467e" /><Relationship Type="http://schemas.openxmlformats.org/officeDocument/2006/relationships/slide" Target="/ppt/slides/slide1.xml" Id="Rd57e249eec634104" /><Relationship Type="http://schemas.openxmlformats.org/officeDocument/2006/relationships/slide" Target="/ppt/slides/slide2.xml" Id="R5b2275e098fb463e" /><Relationship Type="http://schemas.openxmlformats.org/officeDocument/2006/relationships/slide" Target="/ppt/slides/slide3.xml" Id="R28a74cbb941b468d" /><Relationship Type="http://schemas.openxmlformats.org/officeDocument/2006/relationships/slide" Target="/ppt/slides/slide4.xml" Id="Rb1ad7aef38054070" /><Relationship Type="http://schemas.openxmlformats.org/officeDocument/2006/relationships/slide" Target="/ppt/slides/slide5.xml" Id="Rb6dbfc11f45a49a1" /><Relationship Type="http://schemas.openxmlformats.org/officeDocument/2006/relationships/slide" Target="/ppt/slides/slide6.xml" Id="R28c1a850842c47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2703369c33942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5f60c210b74581" /><Relationship Type="http://schemas.openxmlformats.org/officeDocument/2006/relationships/notesMaster" Target="/ppt/notesMasters/notesMaster1.xml" Id="Rbdc1e8decf6c40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f3a5c660474236" /><Relationship Type="http://schemas.openxmlformats.org/officeDocument/2006/relationships/notesMaster" Target="/ppt/notesMasters/notesMaster1.xml" Id="Rbc1a53b899484a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bdaaf0592144b4" /><Relationship Type="http://schemas.openxmlformats.org/officeDocument/2006/relationships/notesMaster" Target="/ppt/notesMasters/notesMaster1.xml" Id="R6c7dad0e33694c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c6995844f9464e" /><Relationship Type="http://schemas.openxmlformats.org/officeDocument/2006/relationships/notesMaster" Target="/ppt/notesMasters/notesMaster1.xml" Id="Rab95d59cc5a14c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3dbe4718ae4dc7" /><Relationship Type="http://schemas.openxmlformats.org/officeDocument/2006/relationships/notesMaster" Target="/ppt/notesMasters/notesMaster1.xml" Id="R6630e6743be249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0bbb7b006f47ef" /><Relationship Type="http://schemas.openxmlformats.org/officeDocument/2006/relationships/notesMaster" Target="/ppt/notesMasters/notesMaster1.xml" Id="Rf261c18b5ca743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a74aeb1bd24c73" /><Relationship Type="http://schemas.openxmlformats.org/officeDocument/2006/relationships/image" Target="/ppt/media/image.png" Id="R6c1b5d00c74445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ecfe1d9f0040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6bfcbcc259493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210faa26be43d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7686ff73f345a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d4cfaecc704bc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9d4539f8f441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1e622b3848442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eb398b5c8544a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3ab8d46c9402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d005a2f3d74ef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132560236e4c3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f3f200502f043b9" /><Relationship Type="http://schemas.openxmlformats.org/officeDocument/2006/relationships/image" Target="/ppt/media/image2.png" Id="R6857e6d24a28447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8de5981cb645a2" /><Relationship Type="http://schemas.openxmlformats.org/officeDocument/2006/relationships/image" Target="/ppt/media/image.png" Id="Rf7f66804e55b4143" /><Relationship Type="http://schemas.openxmlformats.org/officeDocument/2006/relationships/image" Target="/ppt/media/image3.png" Id="R120aeb9bb0664e6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547ddc96a54aaa" /><Relationship Type="http://schemas.openxmlformats.org/officeDocument/2006/relationships/image" Target="/ppt/media/image.png" Id="R7d156c1420454bf9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9efc81c1ac04b1d" /><Relationship Type="http://schemas.openxmlformats.org/officeDocument/2006/relationships/image" Target="/ppt/media/image.png" Id="R17aa688c1c30411e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04e3e5868cd40e1" /><Relationship Type="http://schemas.openxmlformats.org/officeDocument/2006/relationships/image" Target="/ppt/media/image.png" Id="R6a9982719a31476f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bd89dbe2d15419f" /><Relationship Type="http://schemas.openxmlformats.org/officeDocument/2006/relationships/image" Target="/ppt/media/image.png" Id="R5fb08536be1240f8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68a4a60c57d4bf6" /><Relationship Type="http://schemas.openxmlformats.org/officeDocument/2006/relationships/image" Target="/ppt/media/image.png" Id="R8ccf973a720c4ed6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1e815b4a9c64669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3a0c9e2a4249a3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2990123883e4129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aa363365894885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d61406222ad4419" /></Relationships>
</file>

<file path=ppt/slideLayouts/slideLayout1.xml><?xml version="1.0" encoding="utf-8"?>
<p:sldLayout xmlns:p="http://schemas.openxmlformats.org/presentationml/2006/main" matchingName="Title slide" type="title">
  <p:cSld name="TITLE"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9AE4F417-CE42-4B9D-A266-09B7E0D5F8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365633" y="470888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>
              <a:latin typeface="Google Sans Flex"/>
              <a:ea typeface="Google Sans Flex"/>
              <a:cs typeface="Google Sans Flex"/>
            </a:endParaRPr>
          </a:p>
        </p:txBody>
      </p:sp>
      <p:pic>
        <p:nvPic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C4963DF9-4D46-4505-8BFE-BB116C569C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b5d00c74445f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725" y="4857575"/>
            <a:ext cx="717373" cy="123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EC0A1C3C-6789-4F6E-867F-0B5D19DD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375" y="4792202"/>
            <a:ext cx="1641000" cy="2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3F81E79A-E264-4CD8-819F-D98FB6E37B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3599AFB1-16BF-4083-9779-C61E52698A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6DD0148D-A63B-4FCE-9821-26C73AFA26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3130F8A6-1DAC-470F-8549-A0AB984077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A816D730-52EB-4E63-A086-2188FF61E1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D42334A2-12BA-4EF9-8113-4A9B4A0ECF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7F34C5DE-251F-4119-94A4-59EE685C72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EAF45DCA-2398-4A3E-BE83-632D2A17AD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14405DF4-5D4D-4BE5-991A-C5DD62B0CA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637019CC-6A6D-472F-B37A-93C5B68C8B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F17C934C-BAF3-4F9E-9DC6-8986E5F30C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78CF4FFE-C386-47EA-89A8-4BD938EEEC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B31532C6-3AC3-4443-8B84-1D02913571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63909E86-83E8-4C4B-805C-8E39AEFC7E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8A8136A2-2046-4267-8462-672C0C5D12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B1EFC506-4ABD-4AA8-AC82-A0E8946686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C2059642-6988-481C-A833-1A2CA054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29ECDF82-238E-4E7B-AB79-9E26F6BB3C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6C58F7B4-237D-44A6-867F-49FCDADA4E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841DFB92-A1BA-4D91-A56B-0F2716F758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37FBEC49-8819-4F25-9D39-0026329908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DEF64EF5-85FC-4820-90AE-465F650512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9D25910C-79F3-4E13-8D90-FBEFE1B5C6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2A502820-77A2-4951-9D04-5A38DF432A9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FAD72BB1-7328-4045-B144-604AB10218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8B107350-98DD-474B-9E4E-6673655E23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33CEDDC6-ED88-433F-8183-D6211BC7D0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Title slide 1">
  <p:cSld name="TITLE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3">
            <a:extLst xmlns:a="http://schemas.openxmlformats.org/drawingml/2006/main">
              <a:ext uri="{FF2B5EF4-FFF2-40B4-BE49-F238E27FC236}">
                <a16:creationId xmlns:a16="http://schemas.microsoft.com/office/drawing/2014/main" id="{5A0DCED3-125B-4C2E-8E88-31E5E2953F3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9A754491-AC9E-488B-91A1-D0B8305684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53" name="Google Shape;53;p13">
            <a:extLst xmlns:a="http://schemas.openxmlformats.org/drawingml/2006/main">
              <a:ext uri="{FF2B5EF4-FFF2-40B4-BE49-F238E27FC236}">
                <a16:creationId xmlns:a16="http://schemas.microsoft.com/office/drawing/2014/main" id="{07797B9E-0BCF-44B0-B93A-6ACF4516A9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itle slide" type="title">
  <p:cSld name="TITLE">
    <p:bg>
      <p:bgPr>
        <a:solidFill xmlns:a="http://schemas.openxmlformats.org/drawingml/2006/main">
          <a:srgbClr val="12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7" name="Google Shape;57;p15">
            <a:extLst xmlns:a="http://schemas.openxmlformats.org/drawingml/2006/main">
              <a:ext uri="{FF2B5EF4-FFF2-40B4-BE49-F238E27FC236}">
                <a16:creationId xmlns:a16="http://schemas.microsoft.com/office/drawing/2014/main" id="{B3470B13-4E72-42D1-AF93-DEF0FC7291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7e6d24a28447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200" y="1779099"/>
            <a:ext cx="2861000" cy="1890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16">
            <a:extLst xmlns:a="http://schemas.openxmlformats.org/drawingml/2006/main">
              <a:ext uri="{FF2B5EF4-FFF2-40B4-BE49-F238E27FC236}">
                <a16:creationId xmlns:a16="http://schemas.microsoft.com/office/drawing/2014/main" id="{3F235A0D-362C-4110-8656-E87B5DF9DD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365633" y="470888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60" name="Google Shape;60;p16">
            <a:extLst xmlns:a="http://schemas.openxmlformats.org/drawingml/2006/main">
              <a:ext uri="{FF2B5EF4-FFF2-40B4-BE49-F238E27FC236}">
                <a16:creationId xmlns:a16="http://schemas.microsoft.com/office/drawing/2014/main" id="{09E15CAA-4AAA-405D-AF8C-DF9D8BA3F3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f66804e55b414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725" y="4857575"/>
            <a:ext cx="717373" cy="123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1" name="Google Shape;61;p16">
            <a:extLst xmlns:a="http://schemas.openxmlformats.org/drawingml/2006/main">
              <a:ext uri="{FF2B5EF4-FFF2-40B4-BE49-F238E27FC236}">
                <a16:creationId xmlns:a16="http://schemas.microsoft.com/office/drawing/2014/main" id="{EED6A2D7-5DDF-4C98-A08B-4D387660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375" y="4792202"/>
            <a:ext cx="1641000" cy="2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</p:txBody>
      </p:sp>
      <p:pic>
        <p:nvPicPr>
          <p:cNvPr id="62" name="Google Shape;62;p16">
            <a:extLst xmlns:a="http://schemas.openxmlformats.org/drawingml/2006/main">
              <a:ext uri="{FF2B5EF4-FFF2-40B4-BE49-F238E27FC236}">
                <a16:creationId xmlns:a16="http://schemas.microsoft.com/office/drawing/2014/main" id="{5AE1984D-7328-463C-B336-364D11F933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aeb9bb0664e6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6326" y="689350"/>
            <a:ext cx="2707675" cy="3764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5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Google Shape;64;p17">
            <a:extLst xmlns:a="http://schemas.openxmlformats.org/drawingml/2006/main">
              <a:ext uri="{FF2B5EF4-FFF2-40B4-BE49-F238E27FC236}">
                <a16:creationId xmlns:a16="http://schemas.microsoft.com/office/drawing/2014/main" id="{EE2B488E-8371-4633-AC54-428D5C3CB6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365633" y="470888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65" name="Google Shape;65;p17">
            <a:extLst xmlns:a="http://schemas.openxmlformats.org/drawingml/2006/main">
              <a:ext uri="{FF2B5EF4-FFF2-40B4-BE49-F238E27FC236}">
                <a16:creationId xmlns:a16="http://schemas.microsoft.com/office/drawing/2014/main" id="{703F6CA3-B37A-4DB3-942A-5C12966619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56c1420454bf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725" y="4857575"/>
            <a:ext cx="717373" cy="123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6" name="Google Shape;66;p17">
            <a:extLst xmlns:a="http://schemas.openxmlformats.org/drawingml/2006/main">
              <a:ext uri="{FF2B5EF4-FFF2-40B4-BE49-F238E27FC236}">
                <a16:creationId xmlns:a16="http://schemas.microsoft.com/office/drawing/2014/main" id="{7C75799E-C531-49C5-AEAF-D36F4747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375" y="4792202"/>
            <a:ext cx="1641000" cy="2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</p:txBody>
      </p:sp>
      <p:sp>
        <p:nvSpPr>
          <p:cNvPr id="67" name="Google Shape;67;p17">
            <a:extLst xmlns:a="http://schemas.openxmlformats.org/drawingml/2006/main">
              <a:ext uri="{FF2B5EF4-FFF2-40B4-BE49-F238E27FC236}">
                <a16:creationId xmlns:a16="http://schemas.microsoft.com/office/drawing/2014/main" id="{0E3961DE-7BB1-4F06-B5CB-A3E53015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750" y="514609"/>
            <a:ext cx="2837700" cy="7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</a:rPr>
              <a:t>Our Team</a:t>
            </a:r>
            <a:endParaRPr sz="45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</a:endParaRPr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18">
            <a:extLst xmlns:a="http://schemas.openxmlformats.org/drawingml/2006/main">
              <a:ext uri="{FF2B5EF4-FFF2-40B4-BE49-F238E27FC236}">
                <a16:creationId xmlns:a16="http://schemas.microsoft.com/office/drawing/2014/main" id="{D6694A60-35C1-4C1C-ACB5-58BBE1E81B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365633" y="470888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70" name="Google Shape;70;p18">
            <a:extLst xmlns:a="http://schemas.openxmlformats.org/drawingml/2006/main">
              <a:ext uri="{FF2B5EF4-FFF2-40B4-BE49-F238E27FC236}">
                <a16:creationId xmlns:a16="http://schemas.microsoft.com/office/drawing/2014/main" id="{5F916892-1609-4D83-82AA-11D76F220A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a688c1c30411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725" y="4857575"/>
            <a:ext cx="717373" cy="123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1" name="Google Shape;71;p18">
            <a:extLst xmlns:a="http://schemas.openxmlformats.org/drawingml/2006/main">
              <a:ext uri="{FF2B5EF4-FFF2-40B4-BE49-F238E27FC236}">
                <a16:creationId xmlns:a16="http://schemas.microsoft.com/office/drawing/2014/main" id="{55D45D51-5315-423A-B778-1F6D4A09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375" y="4792202"/>
            <a:ext cx="1641000" cy="2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</p:txBody>
      </p:sp>
      <p:sp>
        <p:nvSpPr>
          <p:cNvPr id="72" name="Google Shape;72;p18">
            <a:extLst xmlns:a="http://schemas.openxmlformats.org/drawingml/2006/main">
              <a:ext uri="{FF2B5EF4-FFF2-40B4-BE49-F238E27FC236}">
                <a16:creationId xmlns:a16="http://schemas.microsoft.com/office/drawing/2014/main" id="{0ADBC80B-314C-4CFB-A9B5-32AB2085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650" y="654125"/>
            <a:ext cx="4382700" cy="168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</a:rPr>
              <a:t>Challenge</a:t>
            </a:r>
            <a:endParaRPr sz="60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</a:endParaRPr>
          </a:p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</a:rPr>
              <a:t>Overview</a:t>
            </a:r>
            <a:endParaRPr sz="60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</a:endParaRPr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19">
            <a:extLst xmlns:a="http://schemas.openxmlformats.org/drawingml/2006/main">
              <a:ext uri="{FF2B5EF4-FFF2-40B4-BE49-F238E27FC236}">
                <a16:creationId xmlns:a16="http://schemas.microsoft.com/office/drawing/2014/main" id="{699D1098-DD4B-4C8D-B1EA-6AF06DC4A7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365633" y="470888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75" name="Google Shape;75;p19">
            <a:extLst xmlns:a="http://schemas.openxmlformats.org/drawingml/2006/main">
              <a:ext uri="{FF2B5EF4-FFF2-40B4-BE49-F238E27FC236}">
                <a16:creationId xmlns:a16="http://schemas.microsoft.com/office/drawing/2014/main" id="{ADFF06AE-4738-4AF1-BB38-13B2EB06F2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982719a31476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725" y="4857575"/>
            <a:ext cx="717373" cy="123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6" name="Google Shape;76;p19">
            <a:extLst xmlns:a="http://schemas.openxmlformats.org/drawingml/2006/main">
              <a:ext uri="{FF2B5EF4-FFF2-40B4-BE49-F238E27FC236}">
                <a16:creationId xmlns:a16="http://schemas.microsoft.com/office/drawing/2014/main" id="{AA4E3AB7-F690-46EC-B2E9-0178349C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375" y="4792202"/>
            <a:ext cx="1641000" cy="2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</p:txBody>
      </p:sp>
      <p:sp>
        <p:nvSpPr>
          <p:cNvPr id="77" name="Google Shape;77;p19">
            <a:extLst xmlns:a="http://schemas.openxmlformats.org/drawingml/2006/main">
              <a:ext uri="{FF2B5EF4-FFF2-40B4-BE49-F238E27FC236}">
                <a16:creationId xmlns:a16="http://schemas.microsoft.com/office/drawing/2014/main" id="{C5DFA546-584C-4DEF-B8EA-249D5C29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650" y="1111325"/>
            <a:ext cx="4382700" cy="168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</a:rPr>
              <a:t>Impact</a:t>
            </a:r>
            <a:endParaRPr sz="60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</a:endParaRPr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20">
            <a:extLst xmlns:a="http://schemas.openxmlformats.org/drawingml/2006/main">
              <a:ext uri="{FF2B5EF4-FFF2-40B4-BE49-F238E27FC236}">
                <a16:creationId xmlns:a16="http://schemas.microsoft.com/office/drawing/2014/main" id="{47D8F914-5B97-4FE5-934E-7723B6F677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365633" y="470888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80" name="Google Shape;80;p20">
            <a:extLst xmlns:a="http://schemas.openxmlformats.org/drawingml/2006/main">
              <a:ext uri="{FF2B5EF4-FFF2-40B4-BE49-F238E27FC236}">
                <a16:creationId xmlns:a16="http://schemas.microsoft.com/office/drawing/2014/main" id="{1592B4C1-AD84-48BC-9AA0-69C8EF264D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08536be1240f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725" y="4857575"/>
            <a:ext cx="717373" cy="123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1" name="Google Shape;81;p20">
            <a:extLst xmlns:a="http://schemas.openxmlformats.org/drawingml/2006/main">
              <a:ext uri="{FF2B5EF4-FFF2-40B4-BE49-F238E27FC236}">
                <a16:creationId xmlns:a16="http://schemas.microsoft.com/office/drawing/2014/main" id="{71AC7162-32B8-4571-B186-F86FDBF0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375" y="4792202"/>
            <a:ext cx="1641000" cy="2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</p:txBody>
      </p:sp>
      <p:sp>
        <p:nvSpPr>
          <p:cNvPr id="82" name="Google Shape;82;p20">
            <a:extLst xmlns:a="http://schemas.openxmlformats.org/drawingml/2006/main">
              <a:ext uri="{FF2B5EF4-FFF2-40B4-BE49-F238E27FC236}">
                <a16:creationId xmlns:a16="http://schemas.microsoft.com/office/drawing/2014/main" id="{8A350093-50EA-4459-A3AF-C02D25F2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7025" y="490822"/>
            <a:ext cx="4382700" cy="100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</a:rPr>
              <a:t>Sources</a:t>
            </a:r>
            <a:endParaRPr sz="60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</a:endParaRPr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21">
            <a:extLst xmlns:a="http://schemas.openxmlformats.org/drawingml/2006/main">
              <a:ext uri="{FF2B5EF4-FFF2-40B4-BE49-F238E27FC236}">
                <a16:creationId xmlns:a16="http://schemas.microsoft.com/office/drawing/2014/main" id="{B4B8A746-1F82-41F1-A4A2-AF0EEC5B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46" y="662463"/>
            <a:ext cx="2679600" cy="100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</a:rPr>
              <a:t>Prototype</a:t>
            </a:r>
            <a:endParaRPr sz="30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</a:endParaRPr>
          </a:p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>
                <a:solidFill>
                  <a:srgbClr val="F8F8F8"/>
                </a:solidFill>
                <a:latin typeface="Google Sans Flex Medium"/>
                <a:ea typeface="Google Sans Flex Medium"/>
                <a:cs typeface="Google Sans Flex Medium"/>
              </a:rPr>
              <a:t>   Architecture</a:t>
            </a:r>
            <a:endParaRPr sz="3000">
              <a:solidFill>
                <a:srgbClr val="F8F8F8"/>
              </a:solidFill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85" name="Google Shape;85;p21">
            <a:extLst xmlns:a="http://schemas.openxmlformats.org/drawingml/2006/main">
              <a:ext uri="{FF2B5EF4-FFF2-40B4-BE49-F238E27FC236}">
                <a16:creationId xmlns:a16="http://schemas.microsoft.com/office/drawing/2014/main" id="{C6FD981B-9DC0-43C3-B9EE-0065D85696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365633" y="470888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1pPr>
            <a:lvl2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2pPr>
            <a:lvl3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3pPr>
            <a:lvl4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4pPr>
            <a:lvl5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5pPr>
            <a:lvl6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6pPr>
            <a:lvl7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7pPr>
            <a:lvl8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8pPr>
            <a:lvl9pPr>
              <a:buNone/>
              <a:defRPr sz="9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86" name="Google Shape;86;p21">
            <a:extLst xmlns:a="http://schemas.openxmlformats.org/drawingml/2006/main">
              <a:ext uri="{FF2B5EF4-FFF2-40B4-BE49-F238E27FC236}">
                <a16:creationId xmlns:a16="http://schemas.microsoft.com/office/drawing/2014/main" id="{50AC14BB-DBCD-4136-B0CA-48B678CACA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f973a720c4ed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725" y="4857575"/>
            <a:ext cx="717373" cy="123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7" name="Google Shape;87;p21">
            <a:extLst xmlns:a="http://schemas.openxmlformats.org/drawingml/2006/main">
              <a:ext uri="{FF2B5EF4-FFF2-40B4-BE49-F238E27FC236}">
                <a16:creationId xmlns:a16="http://schemas.microsoft.com/office/drawing/2014/main" id="{2B8CC57B-8E0D-45CC-9663-8C03EB1B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375" y="4792202"/>
            <a:ext cx="1641000" cy="2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Proprietary &amp; Confidential</a:t>
            </a:r>
            <a:endParaRPr sz="6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p22">
            <a:extLst xmlns:a="http://schemas.openxmlformats.org/drawingml/2006/main">
              <a:ext uri="{FF2B5EF4-FFF2-40B4-BE49-F238E27FC236}">
                <a16:creationId xmlns:a16="http://schemas.microsoft.com/office/drawing/2014/main" id="{AD6B396C-6856-4EF7-898E-C50C04DC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2">
            <a:extLst xmlns:a="http://schemas.openxmlformats.org/drawingml/2006/main">
              <a:ext uri="{FF2B5EF4-FFF2-40B4-BE49-F238E27FC236}">
                <a16:creationId xmlns:a16="http://schemas.microsoft.com/office/drawing/2014/main" id="{D082BB8A-2985-4378-83A1-FA6E274D6B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 xmlns:a="http://schemas.openxmlformats.org/drawingml/2006/main"/>
        </p:txBody>
      </p:sp>
      <p:sp>
        <p:nvSpPr>
          <p:cNvPr id="91" name="Google Shape;91;p22">
            <a:extLst xmlns:a="http://schemas.openxmlformats.org/drawingml/2006/main">
              <a:ext uri="{FF2B5EF4-FFF2-40B4-BE49-F238E27FC236}">
                <a16:creationId xmlns:a16="http://schemas.microsoft.com/office/drawing/2014/main" id="{B25735E0-2C8F-4B1E-A180-61FBEEFABB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92" name="Google Shape;92;p22">
            <a:extLst xmlns:a="http://schemas.openxmlformats.org/drawingml/2006/main">
              <a:ext uri="{FF2B5EF4-FFF2-40B4-BE49-F238E27FC236}">
                <a16:creationId xmlns:a16="http://schemas.microsoft.com/office/drawing/2014/main" id="{33567807-C452-43BC-B78D-565DCF9593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93" name="Google Shape;93;p22">
            <a:extLst xmlns:a="http://schemas.openxmlformats.org/drawingml/2006/main">
              <a:ext uri="{FF2B5EF4-FFF2-40B4-BE49-F238E27FC236}">
                <a16:creationId xmlns:a16="http://schemas.microsoft.com/office/drawing/2014/main" id="{7018A6E7-5BD7-4809-83E3-3E3B2CB112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23">
            <a:extLst xmlns:a="http://schemas.openxmlformats.org/drawingml/2006/main">
              <a:ext uri="{FF2B5EF4-FFF2-40B4-BE49-F238E27FC236}">
                <a16:creationId xmlns:a16="http://schemas.microsoft.com/office/drawing/2014/main" id="{40A355AA-7B65-4ED3-802C-B3EC4D1578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 xmlns:a="http://schemas.openxmlformats.org/drawingml/2006/main"/>
        </p:txBody>
      </p:sp>
      <p:sp>
        <p:nvSpPr>
          <p:cNvPr id="96" name="Google Shape;96;p23">
            <a:extLst xmlns:a="http://schemas.openxmlformats.org/drawingml/2006/main">
              <a:ext uri="{FF2B5EF4-FFF2-40B4-BE49-F238E27FC236}">
                <a16:creationId xmlns:a16="http://schemas.microsoft.com/office/drawing/2014/main" id="{234B7CDC-E660-49CB-A4F8-7FC7A743B6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Google Shape;98;p24">
            <a:extLst xmlns:a="http://schemas.openxmlformats.org/drawingml/2006/main">
              <a:ext uri="{FF2B5EF4-FFF2-40B4-BE49-F238E27FC236}">
                <a16:creationId xmlns:a16="http://schemas.microsoft.com/office/drawing/2014/main" id="{FF2859C6-6F75-43E2-A580-EF859B214BC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99" name="Google Shape;99;p24">
            <a:extLst xmlns:a="http://schemas.openxmlformats.org/drawingml/2006/main">
              <a:ext uri="{FF2B5EF4-FFF2-40B4-BE49-F238E27FC236}">
                <a16:creationId xmlns:a16="http://schemas.microsoft.com/office/drawing/2014/main" id="{23C16E97-F5D1-44C5-A76B-147375C319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4572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00" name="Google Shape;100;p24">
            <a:extLst xmlns:a="http://schemas.openxmlformats.org/drawingml/2006/main">
              <a:ext uri="{FF2B5EF4-FFF2-40B4-BE49-F238E27FC236}">
                <a16:creationId xmlns:a16="http://schemas.microsoft.com/office/drawing/2014/main" id="{AA0B1DD0-7984-4E0F-9D87-F0519EE6D8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25">
            <a:extLst xmlns:a="http://schemas.openxmlformats.org/drawingml/2006/main">
              <a:ext uri="{FF2B5EF4-FFF2-40B4-BE49-F238E27FC236}">
                <a16:creationId xmlns:a16="http://schemas.microsoft.com/office/drawing/2014/main" id="{5E342F0A-1BFC-4376-A589-73568C4C5C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Title slide 1">
  <p:cSld name="TITLE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" name="Google Shape;104;p26">
            <a:extLst xmlns:a="http://schemas.openxmlformats.org/drawingml/2006/main">
              <a:ext uri="{FF2B5EF4-FFF2-40B4-BE49-F238E27FC236}">
                <a16:creationId xmlns:a16="http://schemas.microsoft.com/office/drawing/2014/main" id="{D5363627-5914-4245-8497-98AE6CBF882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 xmlns:a="http://schemas.openxmlformats.org/drawingml/2006/main"/>
        </p:txBody>
      </p:sp>
      <p:sp>
        <p:nvSpPr>
          <p:cNvPr id="105" name="Google Shape;105;p26">
            <a:extLst xmlns:a="http://schemas.openxmlformats.org/drawingml/2006/main">
              <a:ext uri="{FF2B5EF4-FFF2-40B4-BE49-F238E27FC236}">
                <a16:creationId xmlns:a16="http://schemas.microsoft.com/office/drawing/2014/main" id="{1688CA3C-A989-435F-B21A-7523B7EF41D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06" name="Google Shape;106;p26">
            <a:extLst xmlns:a="http://schemas.openxmlformats.org/drawingml/2006/main">
              <a:ext uri="{FF2B5EF4-FFF2-40B4-BE49-F238E27FC236}">
                <a16:creationId xmlns:a16="http://schemas.microsoft.com/office/drawing/2014/main" id="{F6228299-A567-4E22-BF2C-BE9E20C6F3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673e9d2d8a4c34" /><Relationship Type="http://schemas.openxmlformats.org/officeDocument/2006/relationships/slideLayout" Target="/ppt/slideLayouts/slideLayout1.xml" Id="Rdf7f64224454446e" /><Relationship Type="http://schemas.openxmlformats.org/officeDocument/2006/relationships/slideLayout" Target="/ppt/slideLayouts/slideLayout2.xml" Id="Rdf70a65b8ab04cca" /><Relationship Type="http://schemas.openxmlformats.org/officeDocument/2006/relationships/slideLayout" Target="/ppt/slideLayouts/slideLayout3.xml" Id="R5d0e9ab43ed7490f" /><Relationship Type="http://schemas.openxmlformats.org/officeDocument/2006/relationships/slideLayout" Target="/ppt/slideLayouts/slideLayout4.xml" Id="R0113c5b683254959" /><Relationship Type="http://schemas.openxmlformats.org/officeDocument/2006/relationships/slideLayout" Target="/ppt/slideLayouts/slideLayout5.xml" Id="R0353c26d978b4883" /><Relationship Type="http://schemas.openxmlformats.org/officeDocument/2006/relationships/slideLayout" Target="/ppt/slideLayouts/slideLayout6.xml" Id="Readdbd9886eb44e6" /><Relationship Type="http://schemas.openxmlformats.org/officeDocument/2006/relationships/slideLayout" Target="/ppt/slideLayouts/slideLayout7.xml" Id="R25bb949d2bd7473a" /><Relationship Type="http://schemas.openxmlformats.org/officeDocument/2006/relationships/slideLayout" Target="/ppt/slideLayouts/slideLayout8.xml" Id="R35de9a04dd0a4edb" /><Relationship Type="http://schemas.openxmlformats.org/officeDocument/2006/relationships/slideLayout" Target="/ppt/slideLayouts/slideLayout9.xml" Id="Rc143a66be2624e46" /><Relationship Type="http://schemas.openxmlformats.org/officeDocument/2006/relationships/slideLayout" Target="/ppt/slideLayouts/slideLayout10.xml" Id="R1242b941518a4627" /><Relationship Type="http://schemas.openxmlformats.org/officeDocument/2006/relationships/slideLayout" Target="/ppt/slideLayouts/slideLayout11.xml" Id="R591350bd06904e40" /><Relationship Type="http://schemas.openxmlformats.org/officeDocument/2006/relationships/slideLayout" Target="/ppt/slideLayouts/slideLayout12.xml" Id="R3bc6762592af486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25328785f0c496e" /><Relationship Type="http://schemas.openxmlformats.org/officeDocument/2006/relationships/slideLayout" Target="/ppt/slideLayouts/slideLayout13.xml" Id="R151794fe1e0d4deb" /><Relationship Type="http://schemas.openxmlformats.org/officeDocument/2006/relationships/slideLayout" Target="/ppt/slideLayouts/slideLayout14.xml" Id="R33a7f2c2d1bb4463" /><Relationship Type="http://schemas.openxmlformats.org/officeDocument/2006/relationships/slideLayout" Target="/ppt/slideLayouts/slideLayout15.xml" Id="Rd88030b668734b98" /><Relationship Type="http://schemas.openxmlformats.org/officeDocument/2006/relationships/slideLayout" Target="/ppt/slideLayouts/slideLayout16.xml" Id="R7e5401a5565c4e33" /><Relationship Type="http://schemas.openxmlformats.org/officeDocument/2006/relationships/slideLayout" Target="/ppt/slideLayouts/slideLayout17.xml" Id="Rf7e1e8e303c44ec2" /><Relationship Type="http://schemas.openxmlformats.org/officeDocument/2006/relationships/slideLayout" Target="/ppt/slideLayouts/slideLayout18.xml" Id="R3ead01901ae14b02" /><Relationship Type="http://schemas.openxmlformats.org/officeDocument/2006/relationships/slideLayout" Target="/ppt/slideLayouts/slideLayout19.xml" Id="R0acb88b46fbb4c7a" /><Relationship Type="http://schemas.openxmlformats.org/officeDocument/2006/relationships/slideLayout" Target="/ppt/slideLayouts/slideLayout20.xml" Id="R8b089e66c6494d7d" /><Relationship Type="http://schemas.openxmlformats.org/officeDocument/2006/relationships/slideLayout" Target="/ppt/slideLayouts/slideLayout21.xml" Id="Rf781f787eb9343fc" /><Relationship Type="http://schemas.openxmlformats.org/officeDocument/2006/relationships/slideLayout" Target="/ppt/slideLayouts/slideLayout22.xml" Id="Rd732c60cf8884ff7" /><Relationship Type="http://schemas.openxmlformats.org/officeDocument/2006/relationships/slideLayout" Target="/ppt/slideLayouts/slideLayout23.xml" Id="Rdfa38e6c708c45c5" /><Relationship Type="http://schemas.openxmlformats.org/officeDocument/2006/relationships/slideLayout" Target="/ppt/slideLayouts/slideLayout24.xml" Id="R986195f4a70c416c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1A21ABF0-04B7-4492-8FD8-3806097920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986A54E-B44E-4DEE-8592-6452539AED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91385462-0FC5-4E11-92E3-5D88B51BE6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7f64224454446e"/>
    <p:sldLayoutId xmlns:r="http://schemas.openxmlformats.org/officeDocument/2006/relationships" id="2147483650" r:id="Rdf70a65b8ab04cca"/>
    <p:sldLayoutId xmlns:r="http://schemas.openxmlformats.org/officeDocument/2006/relationships" id="2147483651" r:id="R5d0e9ab43ed7490f"/>
    <p:sldLayoutId xmlns:r="http://schemas.openxmlformats.org/officeDocument/2006/relationships" id="2147483652" r:id="R0113c5b683254959"/>
    <p:sldLayoutId xmlns:r="http://schemas.openxmlformats.org/officeDocument/2006/relationships" id="2147483653" r:id="R0353c26d978b4883"/>
    <p:sldLayoutId xmlns:r="http://schemas.openxmlformats.org/officeDocument/2006/relationships" id="2147483654" r:id="Readdbd9886eb44e6"/>
    <p:sldLayoutId xmlns:r="http://schemas.openxmlformats.org/officeDocument/2006/relationships" id="2147483655" r:id="R25bb949d2bd7473a"/>
    <p:sldLayoutId xmlns:r="http://schemas.openxmlformats.org/officeDocument/2006/relationships" id="2147483656" r:id="R35de9a04dd0a4edb"/>
    <p:sldLayoutId xmlns:r="http://schemas.openxmlformats.org/officeDocument/2006/relationships" id="2147483657" r:id="Rc143a66be2624e46"/>
    <p:sldLayoutId xmlns:r="http://schemas.openxmlformats.org/officeDocument/2006/relationships" id="2147483658" r:id="R1242b941518a4627"/>
    <p:sldLayoutId xmlns:r="http://schemas.openxmlformats.org/officeDocument/2006/relationships" id="2147483659" r:id="R591350bd06904e40"/>
    <p:sldLayoutId xmlns:r="http://schemas.openxmlformats.org/officeDocument/2006/relationships" id="2147483660" r:id="R3bc6762592af4864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rgbClr val="12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14">
            <a:extLst xmlns:a="http://schemas.openxmlformats.org/drawingml/2006/main">
              <a:ext uri="{FF2B5EF4-FFF2-40B4-BE49-F238E27FC236}">
                <a16:creationId xmlns:a16="http://schemas.microsoft.com/office/drawing/2014/main" id="{86052018-3472-40F9-958A-1CD37D2F67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151794fe1e0d4deb"/>
    <p:sldLayoutId xmlns:r="http://schemas.openxmlformats.org/officeDocument/2006/relationships" id="2147483663" r:id="R33a7f2c2d1bb4463"/>
    <p:sldLayoutId xmlns:r="http://schemas.openxmlformats.org/officeDocument/2006/relationships" id="2147483664" r:id="Rd88030b668734b98"/>
    <p:sldLayoutId xmlns:r="http://schemas.openxmlformats.org/officeDocument/2006/relationships" id="2147483665" r:id="R7e5401a5565c4e33"/>
    <p:sldLayoutId xmlns:r="http://schemas.openxmlformats.org/officeDocument/2006/relationships" id="2147483666" r:id="Rf7e1e8e303c44ec2"/>
    <p:sldLayoutId xmlns:r="http://schemas.openxmlformats.org/officeDocument/2006/relationships" id="2147483667" r:id="R3ead01901ae14b02"/>
    <p:sldLayoutId xmlns:r="http://schemas.openxmlformats.org/officeDocument/2006/relationships" id="2147483668" r:id="R0acb88b46fbb4c7a"/>
    <p:sldLayoutId xmlns:r="http://schemas.openxmlformats.org/officeDocument/2006/relationships" id="2147483669" r:id="R8b089e66c6494d7d"/>
    <p:sldLayoutId xmlns:r="http://schemas.openxmlformats.org/officeDocument/2006/relationships" id="2147483670" r:id="Rf781f787eb9343fc"/>
    <p:sldLayoutId xmlns:r="http://schemas.openxmlformats.org/officeDocument/2006/relationships" id="2147483671" r:id="Rd732c60cf8884ff7"/>
    <p:sldLayoutId xmlns:r="http://schemas.openxmlformats.org/officeDocument/2006/relationships" id="2147483672" r:id="Rdfa38e6c708c45c5"/>
    <p:sldLayoutId xmlns:r="http://schemas.openxmlformats.org/officeDocument/2006/relationships" id="2147483673" r:id="R986195f4a70c416c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8c88aa6950c349a5" /><Relationship Type="http://schemas.openxmlformats.org/officeDocument/2006/relationships/image" Target="/ppt/media/image4.png" Id="Rcef2f3d918744ab7" /><Relationship Type="http://schemas.openxmlformats.org/officeDocument/2006/relationships/notesSlide" Target="/ppt/notesSlides/notesSlide1.xml" Id="R426aaebbbdee49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62d26cddc7304a2a" /><Relationship Type="http://schemas.openxmlformats.org/officeDocument/2006/relationships/notesSlide" Target="/ppt/notesSlides/notesSlide2.xml" Id="R2c78a868575a42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72a7927fbee5470a" /><Relationship Type="http://schemas.openxmlformats.org/officeDocument/2006/relationships/image" Target="/ppt/media/image5.png" Id="Ra303b6381dbd467b" /><Relationship Type="http://schemas.openxmlformats.org/officeDocument/2006/relationships/image" Target="/ppt/media/image6.png" Id="Rfee4d9cbfba34793" /><Relationship Type="http://schemas.openxmlformats.org/officeDocument/2006/relationships/notesSlide" Target="/ppt/notesSlides/notesSlide3.xml" Id="Re6acf649692945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431dc0edd3124eed" /><Relationship Type="http://schemas.openxmlformats.org/officeDocument/2006/relationships/image" Target="/ppt/media/image7.png" Id="R7608d9c8478e4f54" /><Relationship Type="http://schemas.openxmlformats.org/officeDocument/2006/relationships/image" Target="/ppt/media/image8.png" Id="Rfd60e76912ff4988" /><Relationship Type="http://schemas.openxmlformats.org/officeDocument/2006/relationships/notesSlide" Target="/ppt/notesSlides/notesSlide4.xml" Id="R3c8c289817b540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f2d2151ab8c4158" /><Relationship Type="http://schemas.openxmlformats.org/officeDocument/2006/relationships/image" Target="/ppt/media/image9.png" Id="Rd383794b707b4e72" /><Relationship Type="http://schemas.openxmlformats.org/officeDocument/2006/relationships/notesSlide" Target="/ppt/notesSlides/notesSlide5.xml" Id="R94c3af7820b641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3e6914d4bb3445a5" /><Relationship Type="http://schemas.openxmlformats.org/officeDocument/2006/relationships/notesSlide" Target="/ppt/notesSlides/notesSlide6.xml" Id="Re9571dfdeabd43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Google Shape;119;p28">
            <a:extLst xmlns:a="http://schemas.openxmlformats.org/drawingml/2006/main">
              <a:ext uri="{FF2B5EF4-FFF2-40B4-BE49-F238E27FC236}">
                <a16:creationId xmlns:a16="http://schemas.microsoft.com/office/drawing/2014/main" id="{910FCFA5-4D10-4AFC-B5C3-0E98DD34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775" y="2586700"/>
            <a:ext cx="3080700" cy="61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1650" tIns="61650" rIns="61650" bIns="616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</a:rPr>
              <a:t>No One Left Behind</a:t>
            </a:r>
            <a:endParaRPr sz="2400">
              <a:solidFill>
                <a:schemeClr val="lt1"/>
              </a:solidFill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120" name="Google Shape;120;p28">
            <a:extLst xmlns:a="http://schemas.openxmlformats.org/drawingml/2006/main">
              <a:ext uri="{FF2B5EF4-FFF2-40B4-BE49-F238E27FC236}">
                <a16:creationId xmlns:a16="http://schemas.microsoft.com/office/drawing/2014/main" id="{65F97B1D-AC57-4E06-A47B-903CFA0059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ef2f3d918744ab7">
            <a:alphaModFix/>
          </a:blip>
          <a:srcRect xmlns:a="http://schemas.openxmlformats.org/drawingml/2006/main" l="0" t="26564" r="0" b="265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586375" y="2509998"/>
            <a:ext cx="2276050" cy="6003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201139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2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25" name="Google Shape;125;p29">
            <a:extLst xmlns:a="http://schemas.openxmlformats.org/drawingml/2006/main">
              <a:ext uri="{FF2B5EF4-FFF2-40B4-BE49-F238E27FC236}">
                <a16:creationId xmlns:a16="http://schemas.microsoft.com/office/drawing/2014/main" id="{96F86CBD-6890-4A6A-9AF9-07A14219E1EB}"/>
              </a:ext>
            </a:extLst>
          </p:cNvPr>
          <p:cNvGraphicFramePr/>
          <p:nvPr/>
        </p:nvGraphicFramePr>
        <p:xfrm>
          <a:off xmlns:a="http://schemas.openxmlformats.org/drawingml/2006/main" x="577750" y="1357275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{36CBF07F-845D-42DA-AEE9-C422CBFCC5D9}</a:tableStyleId>
              </a:tblPr>
              <a:tblGrid>
                <a:gridCol w="1352950"/>
                <a:gridCol w="1352950"/>
                <a:gridCol w="1238050"/>
                <a:gridCol w="1467825"/>
                <a:gridCol w="1352950"/>
                <a:gridCol w="1352950"/>
              </a:tblGrid>
              <a:tr h="39967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75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NAME</a:t>
                      </a:r>
                      <a:endParaRPr sz="800" b="1">
                        <a:solidFill>
                          <a:schemeClr val="lt1"/>
                        </a:solidFill>
                        <a:latin typeface="Google Sans Flex"/>
                        <a:ea typeface="Google Sans Flex"/>
                        <a:cs typeface="Google Sans Flex"/>
                      </a:endParaRP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675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EMAIL</a:t>
                      </a:r>
                      <a:endParaRPr sz="800" b="1">
                        <a:latin typeface="Google Sans Flex"/>
                        <a:ea typeface="Google Sans Flex"/>
                        <a:cs typeface="Google Sans Flex"/>
                      </a:endParaRP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675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PHONE</a:t>
                      </a:r>
                      <a:endParaRPr sz="800" b="1">
                        <a:latin typeface="Google Sans Flex"/>
                        <a:ea typeface="Google Sans Flex"/>
                        <a:cs typeface="Google Sans Flex"/>
                      </a:endParaRPr>
                    </a:p>
                  </a:txBody>
                  <a:tcPr marL="91425" marR="91425" marT="91425" marB="91425" anchor="ctr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75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FILMING AVAILABILITY</a:t>
                      </a:r>
                      <a:endParaRPr sz="800" b="1">
                        <a:solidFill>
                          <a:schemeClr val="lt1"/>
                        </a:solidFill>
                        <a:latin typeface="Google Sans Flex"/>
                        <a:ea typeface="Google Sans Flex"/>
                        <a:cs typeface="Google Sans Flex"/>
                      </a:endParaRP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CCCCCC"/>
                      </a:solidFill>
                      <a:prstDash val="solid"/>
                    </a:lnT>
                    <a:lnB w="9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75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PROJECT SHARING</a:t>
                      </a:r>
                      <a:endParaRPr sz="800" b="1">
                        <a:solidFill>
                          <a:schemeClr val="lt1"/>
                        </a:solidFill>
                        <a:latin typeface="Google Sans Flex"/>
                        <a:ea typeface="Google Sans Flex"/>
                        <a:cs typeface="Google Sans Flex"/>
                      </a:endParaRPr>
                    </a:p>
                  </a:txBody>
                  <a:tcPr marL="28575" marR="28575" marT="19050" marB="19050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CCCCCC"/>
                      </a:solidFill>
                      <a:prstDash val="solid"/>
                    </a:lnT>
                    <a:lnB w="9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675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SHARE WITH</a:t>
                      </a:r>
                      <a:endParaRPr sz="600">
                        <a:latin typeface="Google Sans Flex"/>
                        <a:ea typeface="Google Sans Flex"/>
                        <a:cs typeface="Google Sans Flex"/>
                      </a:endParaRPr>
                    </a:p>
                  </a:txBody>
                  <a:tcPr marL="91425" marR="91425" marT="91425" marB="91425" anchor="ctr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7177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Julian Diaz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juliand.odiaz@gmail.com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Confirm with team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Confirm with team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CCCCCC"/>
                      </a:solidFill>
                      <a:prstDash val="solid"/>
                    </a:lnT>
                    <a:lnB w="9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Yes — public repo</a:t>
                      </a:r>
                      <a:endParaRPr i="1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CCCCCC"/>
                      </a:solidFill>
                      <a:prstDash val="solid"/>
                    </a:lnT>
                    <a:lnB w="9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Team collaborators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7177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Hossein Rahmani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rahmani.hossein1380@gmail.com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Confirm with team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Confirm with team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CCCCCC"/>
                      </a:solidFill>
                      <a:prstDash val="solid"/>
                    </a:lnT>
                    <a:lnB w="9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Yes — public repo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CCCCCC"/>
                      </a:solidFill>
                      <a:prstDash val="solid"/>
                    </a:lnT>
                    <a:lnB w="9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Team collaborators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384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Himanshu Jha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himanshu2007jha@gmail.com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Confirm with team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Confirm with team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CCCCCC"/>
                      </a:solidFill>
                      <a:prstDash val="solid"/>
                    </a:lnT>
                    <a:lnB w="9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Yes — public repo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CCCCCC"/>
                      </a:solidFill>
                      <a:prstDash val="solid"/>
                    </a:lnT>
                    <a:lnB w="9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Team collaborators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384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Frontend Lead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student-01-b08d8ba1c5d4@qwiklabs.net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Confirm with team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Confirm with team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CCCCCC"/>
                      </a:solidFill>
                      <a:prstDash val="solid"/>
                    </a:lnT>
                    <a:lnB w="9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Yes — public repo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CCCCCC"/>
                      </a:solidFill>
                      <a:prstDash val="solid"/>
                    </a:lnT>
                    <a:lnB w="9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Team collaborators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7177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Team role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Product / story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Agent / backend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Data / validation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CCCCCC"/>
                      </a:solidFill>
                      <a:prstDash val="solid"/>
                    </a:lnT>
                    <a:lnB w="9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UI / testing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CCCCCC"/>
                      </a:solidFill>
                      <a:prstDash val="solid"/>
                    </a:lnT>
                    <a:lnB w="9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Shared repo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7177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Florida Adaptive Evacuation Readiness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Lee County, FL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Agents for Impact 2026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CCCCCC"/>
                      </a:solidFill>
                      <a:prstDash val="solid"/>
                    </a:lnT>
                    <a:lnB w="9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Public repo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CCCCCC"/>
                      </a:solidFill>
                      <a:prstDash val="solid"/>
                    </a:lnT>
                    <a:lnB w="9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GitHub link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384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Video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Under 3 minutes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Screen share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Team recording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CCCCCC"/>
                      </a:solidFill>
                      <a:prstDash val="solid"/>
                    </a:lnT>
                    <a:lnB w="9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Submit with deck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CCCCCC"/>
                      </a:solidFill>
                      <a:prstDash val="solid"/>
                    </a:lnT>
                    <a:lnB w="9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Qwiklabs link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7177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Ready to confirm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Phone: confirm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9E9E9E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Availability: confirm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CCCCCC"/>
                      </a:solidFill>
                      <a:prstDash val="solid"/>
                    </a:lnT>
                    <a:lnB w="9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Repo sharing: yes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CCCCCC"/>
                      </a:solidFill>
                      <a:prstDash val="solid"/>
                    </a:lnR>
                    <a:lnT w="9525" cmpd="sng">
                      <a:solidFill>
                        <a:srgbClr val="CCCCCC"/>
                      </a:solidFill>
                      <a:prstDash val="solid"/>
                    </a:lnT>
                    <a:lnB w="9525" cmpd="sng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600" b="0">
                          <a:solidFill>
                            <a:srgbClr val="FFFFFF"/>
                          </a:solidFill>
                        </a:rPr>
                        <a:t>Contacts above</a:t>
                      </a:r>
                      <a:endParaRPr/>
                    </a:p>
                  </a:txBody>
                  <a:tcPr marL="91425" marR="91425" marT="91425" marB="91425">
                    <a:lnL w="9525" cmpd="sng">
                      <a:solidFill>
                        <a:srgbClr val="CCCCCC"/>
                      </a:solidFill>
                      <a:prstDash val="solid"/>
                    </a:lnL>
                    <a:lnR w="9525" cmpd="sng">
                      <a:solidFill>
                        <a:srgbClr val="9E9E9E"/>
                      </a:solidFill>
                      <a:prstDash val="solid"/>
                    </a:lnR>
                    <a:lnT w="9525" cmpd="sng">
                      <a:solidFill>
                        <a:srgbClr val="9E9E9E"/>
                      </a:solidFill>
                      <a:prstDash val="solid"/>
                    </a:lnT>
                    <a:lnB w="9525" cmpd="sng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6" name="Google Shape;126;p29">
            <a:extLst xmlns:a="http://schemas.openxmlformats.org/drawingml/2006/main">
              <a:ext uri="{FF2B5EF4-FFF2-40B4-BE49-F238E27FC236}">
                <a16:creationId xmlns:a16="http://schemas.microsoft.com/office/drawing/2014/main" id="{2476139E-CB3A-45C2-8A85-56E265C78E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365633" y="470888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27" name="Google Shape;127;p29">
            <a:extLst xmlns:a="http://schemas.openxmlformats.org/drawingml/2006/main">
              <a:ext uri="{FF2B5EF4-FFF2-40B4-BE49-F238E27FC236}">
                <a16:creationId xmlns:a16="http://schemas.microsoft.com/office/drawing/2014/main" id="{243461AD-B795-47BF-A4AA-4A22A96F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450" y="567011"/>
            <a:ext cx="5330100" cy="68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Filming Availability: </a:t>
            </a:r>
            <a:r>
              <a:rPr sz="8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Should your team be selected as the winner, indicate if and when you are able to return to the Opera House between 1-4PM on 10/21 to film a team pitch of your project. </a:t>
            </a:r>
            <a:endParaRPr sz="8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Project Sharing: </a:t>
            </a:r>
            <a:r>
              <a:rPr sz="8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Mark “yes” if you are OK with us sharing what you built with your team at work.</a:t>
            </a:r>
            <a:endParaRPr sz="8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Share With: </a:t>
            </a:r>
            <a:r>
              <a:rPr sz="8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</a:rPr>
              <a:t>If “yes” to the above, is there anyone specific you’d like us to share it with at work?  Provide email(s).</a:t>
            </a:r>
            <a:endParaRPr sz="8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</p:txBody>
      </p:sp>
    </p:spTree>
    <p:extLst>
      <p:ext uri="{BB962C8B-B14F-4D97-AF65-F5344CB8AC3E}">
        <p14:creationId xmlns:p14="http://schemas.microsoft.com/office/powerpoint/2010/main" val="10577984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Google Shape;132;p30">
            <a:extLst xmlns:a="http://schemas.openxmlformats.org/drawingml/2006/main">
              <a:ext uri="{FF2B5EF4-FFF2-40B4-BE49-F238E27FC236}">
                <a16:creationId xmlns:a16="http://schemas.microsoft.com/office/drawing/2014/main" id="{16FD3698-649E-40D4-971B-1DC1AE6DE0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365633" y="470888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33" name="Google Shape;133;p30">
            <a:extLst xmlns:a="http://schemas.openxmlformats.org/drawingml/2006/main">
              <a:ext uri="{FF2B5EF4-FFF2-40B4-BE49-F238E27FC236}">
                <a16:creationId xmlns:a16="http://schemas.microsoft.com/office/drawing/2014/main" id="{D536092A-6BCB-4F07-BB40-7E0D317116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303b6381dbd467b">
            <a:alphaModFix/>
          </a:blip>
          <a:srcRect xmlns:a="http://schemas.openxmlformats.org/drawingml/2006/main" l="36213" t="0" r="362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774475" y="471199"/>
            <a:ext cx="1003551" cy="2048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4" name="Google Shape;134;p30">
            <a:extLst xmlns:a="http://schemas.openxmlformats.org/drawingml/2006/main">
              <a:ext uri="{FF2B5EF4-FFF2-40B4-BE49-F238E27FC236}">
                <a16:creationId xmlns:a16="http://schemas.microsoft.com/office/drawing/2014/main" id="{FC070603-15AE-4B08-BE3C-4C2A78B185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e4d9cbfba34793">
            <a:alphaModFix/>
          </a:blip>
          <a:srcRect xmlns:a="http://schemas.openxmlformats.org/drawingml/2006/main" l="34689" t="0" r="346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382750" y="506306"/>
            <a:ext cx="1003551" cy="2048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5" name="Google Shape;135;p30">
            <a:extLst xmlns:a="http://schemas.openxmlformats.org/drawingml/2006/main">
              <a:ext uri="{FF2B5EF4-FFF2-40B4-BE49-F238E27FC236}">
                <a16:creationId xmlns:a16="http://schemas.microsoft.com/office/drawing/2014/main" id="{723C2770-80F5-4845-9835-86FFA1DE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600" y="2637075"/>
            <a:ext cx="3604800" cy="413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>
            <a:defPPr>
              <a:defRPr sz="975">
                <a:solidFill>
                  <a:srgbClr val="FFFFFF"/>
                </a:solidFill>
              </a:defRPr>
            </a:defPPr>
            <a:lvl1pPr>
              <a:defRPr sz="975">
                <a:solidFill>
                  <a:srgbClr val="FFFFFF"/>
                </a:solidFill>
              </a:defRPr>
            </a:lvl1pPr>
            <a:lvl2pPr>
              <a:defRPr sz="975">
                <a:solidFill>
                  <a:srgbClr val="FFFFFF"/>
                </a:solidFill>
              </a:defRPr>
            </a:lvl2pPr>
            <a:lvl3pPr>
              <a:defRPr sz="975">
                <a:solidFill>
                  <a:srgbClr val="FFFFFF"/>
                </a:solidFill>
              </a:defRPr>
            </a:lvl3pPr>
            <a:lvl4pPr>
              <a:defRPr sz="975">
                <a:solidFill>
                  <a:srgbClr val="FFFFFF"/>
                </a:solidFill>
              </a:defRPr>
            </a:lvl4pPr>
            <a:lvl5pPr>
              <a:defRPr sz="975">
                <a:solidFill>
                  <a:srgbClr val="FFFFFF"/>
                </a:solidFill>
              </a:defRPr>
            </a:lvl5pPr>
            <a:lvl6pPr>
              <a:defRPr sz="975">
                <a:solidFill>
                  <a:srgbClr val="FFFFFF"/>
                </a:solidFill>
              </a:defRPr>
            </a:lvl6pPr>
            <a:lvl7pPr>
              <a:defRPr sz="975">
                <a:solidFill>
                  <a:srgbClr val="FFFFFF"/>
                </a:solidFill>
              </a:defRPr>
            </a:lvl7pPr>
            <a:lvl8pPr>
              <a:defRPr sz="975">
                <a:solidFill>
                  <a:srgbClr val="FFFFFF"/>
                </a:solidFill>
              </a:defRPr>
            </a:lvl8pPr>
            <a:lvl9pPr>
              <a:defRPr sz="975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marL="0" lvl="0" indent="0" algn="ct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rPr>
              <a:t>Challenge Overview</a:t>
            </a:r>
            <a:endParaRPr sz="1200">
              <a:solidFill>
                <a:schemeClr val="dk1"/>
              </a:solidFill>
            </a:endParaRPr>
          </a:p>
          <a:p xmlns:a="http://schemas.openxmlformats.org/drawingml/2006/main">
            <a:pPr marL="0" lvl="0" indent="0" algn="ctr">
              <a:lnSpc>
                <a:spcPct val="105000"/>
              </a:lnSpc>
              <a:spcBef>
                <a:spcPts val="2100"/>
              </a:spcBef>
              <a:spcAft>
                <a:spcPts val="0"/>
              </a:spcAft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rPr>
              <a:t>Lee County needs a pre-landfall plan for residents who cannot self-evacuate.</a:t>
            </a:r>
            <a:endParaRPr sz="1200">
              <a:solidFill>
                <a:srgbClr val="F8F8F8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ctr">
              <a:lnSpc>
                <a:spcPct val="10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Google Sans Flex Medium"/>
              <a:ea typeface="Google Sans Flex Medium"/>
              <a:cs typeface="Google Sans Flex Medium"/>
            </a:endParaRPr>
          </a:p>
          <a:p xmlns:a="http://schemas.openxmlformats.org/drawingml/2006/main">
            <a:pPr marL="0" lvl="0" indent="0" algn="ctr">
              <a:lnSpc>
                <a:spcPct val="105000"/>
              </a:lnSpc>
              <a:spcBef>
                <a:spcPts val="2100"/>
              </a:spcBef>
              <a:spcAft>
                <a:spcPts val="2100"/>
              </a:spcAft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Ian’s median age of death was in the seventies. 3,840 households lack a vehicle; 1,420 residents depend on medical power.</a:t>
            </a:r>
            <a:endParaRPr sz="1200">
              <a:solidFill>
                <a:schemeClr val="lt1"/>
              </a:solidFill>
              <a:latin typeface="Google Sans Flex Medium"/>
              <a:ea typeface="Google Sans Flex Medium"/>
              <a:cs typeface="Google Sans Flex Medium"/>
            </a:endParaRPr>
          </a:p>
          <a:p xmlns:a="http://schemas.openxmlformats.org/drawingml/2006/main">
            <a:pPr marL="0" lvl="0" indent="0" algn="ctr">
              <a:lnSpc>
                <a:spcPct val="10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Google Sans Flex Medium"/>
              <a:ea typeface="Google Sans Flex Medium"/>
              <a:cs typeface="Google Sans Flex Medium"/>
            </a:endParaRPr>
          </a:p>
          <a:p xmlns:a="http://schemas.openxmlformats.org/drawingml/2006/main">
            <a:pPr marL="0" lvl="0" indent="0" algn="ctr">
              <a:lnSpc>
                <a:spcPct val="105000"/>
              </a:lnSpc>
              <a:spcBef>
                <a:spcPts val="2100"/>
              </a:spcBef>
              <a:spcAft>
                <a:spcPts val="2100"/>
              </a:spcAft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The county and its community partners need one shared plan.</a:t>
            </a:r>
            <a:endParaRPr sz="1200">
              <a:solidFill>
                <a:schemeClr val="lt1"/>
              </a:solidFill>
              <a:latin typeface="Google Sans Flex Medium"/>
              <a:ea typeface="Google Sans Flex Medium"/>
              <a:cs typeface="Google Sans Flex Medium"/>
            </a:endParaRPr>
          </a:p>
        </p:txBody>
      </p:sp>
    </p:spTree>
    <p:extLst>
      <p:ext uri="{BB962C8B-B14F-4D97-AF65-F5344CB8AC3E}">
        <p14:creationId xmlns:p14="http://schemas.microsoft.com/office/powerpoint/2010/main" val="8553612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31">
            <a:extLst xmlns:a="http://schemas.openxmlformats.org/drawingml/2006/main">
              <a:ext uri="{FF2B5EF4-FFF2-40B4-BE49-F238E27FC236}">
                <a16:creationId xmlns:a16="http://schemas.microsoft.com/office/drawing/2014/main" id="{8882D072-ED19-4F60-B0D7-00FECEF5FF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365633" y="470888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41" name="Google Shape;141;p31">
            <a:extLst xmlns:a="http://schemas.openxmlformats.org/drawingml/2006/main">
              <a:ext uri="{FF2B5EF4-FFF2-40B4-BE49-F238E27FC236}">
                <a16:creationId xmlns:a16="http://schemas.microsoft.com/office/drawing/2014/main" id="{9943807F-6006-4C1B-9F4E-F2ECC464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575" y="2405175"/>
            <a:ext cx="3862800" cy="4582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5000"/>
              </a:lnSpc>
              <a:spcBef>
                <a:spcPts val="1200"/>
              </a:spcBef>
              <a:spcAft>
                <a:spcPts val="2100"/>
              </a:spcAft>
              <a:buNone/>
            </a:pPr>
            <a:r>
              <a:rPr sz="12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</a:rPr>
              <a:t>Our Agent</a:t>
            </a:r>
            <a:endParaRPr sz="1200"/>
          </a:p>
          <a:p xmlns:a="http://schemas.openxmlformats.org/drawingml/2006/main">
            <a:pPr marL="0" lvl="0" indent="0" algn="ctr">
              <a:lnSpc>
                <a:spcPct val="105000"/>
              </a:lnSpc>
              <a:spcBef>
                <a:spcPts val="1200"/>
              </a:spcBef>
              <a:spcAft>
                <a:spcPts val="2100"/>
              </a:spcAft>
              <a:buNone/>
            </a:pPr>
            <a:r>
              <a:rPr sz="12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</a:rPr>
              <a:t>The planner asks which areas are hardest to evacuate. The agent ranks risk from BigQuery gold tables, finds nearby outreach hubs, grounds shelter places with Google Maps, and creates a human validation task for what the data cannot confirm.</a:t>
            </a:r>
            <a:endParaRPr sz="1200"/>
          </a:p>
          <a:p xmlns:a="http://schemas.openxmlformats.org/drawingml/2006/main">
            <a:pPr marL="0" lvl="0" indent="0" algn="ctr">
              <a:lnSpc>
                <a:spcPct val="105000"/>
              </a:lnSpc>
              <a:spcBef>
                <a:spcPts val="1200"/>
              </a:spcBef>
              <a:spcAft>
                <a:spcPts val="2100"/>
              </a:spcAft>
              <a:buNone/>
            </a:pPr>
            <a:r>
              <a:rPr sz="12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</a:rPr>
              <a:t/>
            </a:r>
            <a:endParaRPr sz="1200"/>
          </a:p>
          <a:p xmlns:a="http://schemas.openxmlformats.org/drawingml/2006/main">
            <a:pPr marL="0" lvl="0" indent="0" algn="ctr">
              <a:lnSpc>
                <a:spcPct val="105000"/>
              </a:lnSpc>
              <a:spcBef>
                <a:spcPts val="1200"/>
              </a:spcBef>
              <a:spcAft>
                <a:spcPts val="2100"/>
              </a:spcAft>
              <a:buNone/>
            </a:pPr>
            <a:r>
              <a:rPr sz="12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</a:rPr>
              <a:t>Positive outcome</a:t>
            </a:r>
            <a:endParaRPr sz="1200"/>
          </a:p>
          <a:p xmlns:a="http://schemas.openxmlformats.org/drawingml/2006/main">
            <a:pPr marL="0" lvl="0" indent="0" algn="ctr">
              <a:lnSpc>
                <a:spcPct val="105000"/>
              </a:lnSpc>
              <a:spcBef>
                <a:spcPts val="1200"/>
              </a:spcBef>
              <a:spcAft>
                <a:spcPts val="2100"/>
              </a:spcAft>
              <a:buNone/>
            </a:pPr>
            <a:r>
              <a:rPr sz="12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</a:rPr>
              <a:t>A county brief that names the next partner conversation, the right destination, the right backup, and the peer network needed to reach residents before landfall.</a:t>
            </a:r>
            <a:endParaRPr sz="1200"/>
          </a:p>
        </p:txBody>
      </p:sp>
      <p:pic>
        <p:nvPicPr>
          <p:cNvPr id="142" name="Google Shape;142;p31">
            <a:extLst xmlns:a="http://schemas.openxmlformats.org/drawingml/2006/main">
              <a:ext uri="{FF2B5EF4-FFF2-40B4-BE49-F238E27FC236}">
                <a16:creationId xmlns:a16="http://schemas.microsoft.com/office/drawing/2014/main" id="{7EE26945-C626-4B1E-B986-8A1CBD4D93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8d9c8478e4f54">
            <a:alphaModFix/>
          </a:blip>
          <a:srcRect xmlns:a="http://schemas.openxmlformats.org/drawingml/2006/main" l="27525" t="0" r="275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1225522"/>
            <a:ext cx="1936451" cy="2692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3" name="Google Shape;143;p31">
            <a:extLst xmlns:a="http://schemas.openxmlformats.org/drawingml/2006/main">
              <a:ext uri="{FF2B5EF4-FFF2-40B4-BE49-F238E27FC236}">
                <a16:creationId xmlns:a16="http://schemas.microsoft.com/office/drawing/2014/main" id="{2D4DC8B9-6717-4788-9F7F-72780C6343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0e76912ff4988">
            <a:alphaModFix/>
          </a:blip>
          <a:srcRect xmlns:a="http://schemas.openxmlformats.org/drawingml/2006/main" l="27525" t="0" r="275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207550" y="1225522"/>
            <a:ext cx="1936451" cy="2692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4931808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Google Shape;148;p32">
            <a:extLst xmlns:a="http://schemas.openxmlformats.org/drawingml/2006/main">
              <a:ext uri="{FF2B5EF4-FFF2-40B4-BE49-F238E27FC236}">
                <a16:creationId xmlns:a16="http://schemas.microsoft.com/office/drawing/2014/main" id="{B046923D-4446-43B5-ABC0-52F90120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150" y="1714450"/>
            <a:ext cx="5587500" cy="190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975">
                <a:solidFill>
                  <a:srgbClr val="FFFFFF"/>
                </a:solidFill>
              </a:defRPr>
            </a:defPPr>
            <a:lvl1pPr>
              <a:defRPr sz="975">
                <a:solidFill>
                  <a:srgbClr val="FFFFFF"/>
                </a:solidFill>
              </a:defRPr>
            </a:lvl1pPr>
            <a:lvl2pPr>
              <a:defRPr sz="975">
                <a:solidFill>
                  <a:srgbClr val="FFFFFF"/>
                </a:solidFill>
              </a:defRPr>
            </a:lvl2pPr>
            <a:lvl3pPr>
              <a:defRPr sz="975">
                <a:solidFill>
                  <a:srgbClr val="FFFFFF"/>
                </a:solidFill>
              </a:defRPr>
            </a:lvl3pPr>
            <a:lvl4pPr>
              <a:defRPr sz="975">
                <a:solidFill>
                  <a:srgbClr val="FFFFFF"/>
                </a:solidFill>
              </a:defRPr>
            </a:lvl4pPr>
            <a:lvl5pPr>
              <a:defRPr sz="975">
                <a:solidFill>
                  <a:srgbClr val="FFFFFF"/>
                </a:solidFill>
              </a:defRPr>
            </a:lvl5pPr>
            <a:lvl6pPr>
              <a:defRPr sz="975">
                <a:solidFill>
                  <a:srgbClr val="FFFFFF"/>
                </a:solidFill>
              </a:defRPr>
            </a:lvl6pPr>
            <a:lvl7pPr>
              <a:defRPr sz="975">
                <a:solidFill>
                  <a:srgbClr val="FFFFFF"/>
                </a:solidFill>
              </a:defRPr>
            </a:lvl7pPr>
            <a:lvl8pPr>
              <a:defRPr sz="975">
                <a:solidFill>
                  <a:srgbClr val="FFFFFF"/>
                </a:solidFill>
              </a:defRPr>
            </a:lvl8pPr>
            <a:lvl9pPr>
              <a:defRPr sz="975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rPr>
              <a:t>Sources</a:t>
            </a:r>
            <a:endParaRPr sz="12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2100"/>
              </a:spcBef>
              <a:spcAft>
                <a:spcPts val="1200"/>
              </a:spcAft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rPr>
              <a:t>BigQuery gold tables: vulnerability, shelters, power dependence, hazard exposure.</a:t>
            </a:r>
            <a:endParaRPr sz="12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2100"/>
              </a:spcBef>
              <a:spcAft>
                <a:spcPts val="1200"/>
              </a:spcAft>
              <a:buNone/>
            </a:pPr>
            <a:r>
              <a:rPr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</a:rPr>
              <a:t/>
            </a:r>
            <a:endParaRPr sz="12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2100"/>
              </a:spcBef>
              <a:spcAft>
                <a:spcPts val="1200"/>
              </a:spcAft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rPr>
              <a:t>Google Maps grounding: places and routing check whether a registered facility still exists.</a:t>
            </a:r>
            <a:endParaRPr sz="12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2100"/>
              </a:spcBef>
              <a:spcAft>
                <a:spcPts val="1200"/>
              </a:spcAft>
              <a:buNone/>
            </a:pPr>
            <a:r>
              <a:rPr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</a:rPr>
              <a:t/>
            </a:r>
            <a:endParaRPr sz="12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2100"/>
              </a:spcBef>
              <a:spcAft>
                <a:spcPts val="1200"/>
              </a:spcAft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rPr>
              <a:t>Community partners validate accessibility and operations in person.</a:t>
            </a:r>
            <a:endParaRPr sz="12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2100"/>
              </a:spcBef>
              <a:spcAft>
                <a:spcPts val="1200"/>
              </a:spcAft>
              <a:buNone/>
            </a:pPr>
            <a:r>
              <a:rPr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</a:rPr>
              <a:t/>
            </a:r>
            <a:endParaRPr sz="12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2100"/>
              </a:spcBef>
              <a:spcAft>
                <a:spcPts val="1200"/>
              </a:spcAft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rPr>
              <a:t>The agent keeps recorded, derived, grounded, and unknown facts distinct.</a:t>
            </a:r>
            <a:endParaRPr sz="12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</p:txBody>
      </p:sp>
      <p:sp>
        <p:nvSpPr>
          <p:cNvPr id="149" name="Google Shape;149;p32">
            <a:extLst xmlns:a="http://schemas.openxmlformats.org/drawingml/2006/main">
              <a:ext uri="{FF2B5EF4-FFF2-40B4-BE49-F238E27FC236}">
                <a16:creationId xmlns:a16="http://schemas.microsoft.com/office/drawing/2014/main" id="{44823747-BBE3-41A6-9A2D-C4173ADEBE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365633" y="470888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50" name="Google Shape;150;p32">
            <a:extLst xmlns:a="http://schemas.openxmlformats.org/drawingml/2006/main">
              <a:ext uri="{FF2B5EF4-FFF2-40B4-BE49-F238E27FC236}">
                <a16:creationId xmlns:a16="http://schemas.microsoft.com/office/drawing/2014/main" id="{8DD74C74-4C6A-4232-9677-2B608BC773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3794b707b4e72">
            <a:alphaModFix/>
          </a:blip>
          <a:srcRect xmlns:a="http://schemas.openxmlformats.org/drawingml/2006/main" l="0" t="34044" r="0" b="340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75675" y="519496"/>
            <a:ext cx="4769550" cy="951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275663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Google Shape;155;p33">
            <a:extLst xmlns:a="http://schemas.openxmlformats.org/drawingml/2006/main">
              <a:ext uri="{FF2B5EF4-FFF2-40B4-BE49-F238E27FC236}">
                <a16:creationId xmlns:a16="http://schemas.microsoft.com/office/drawing/2014/main" id="{3471F1E6-70CC-4061-9145-2E114961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00" y="2019250"/>
            <a:ext cx="4605300" cy="224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050">
                <a:solidFill>
                  <a:srgbClr val="FFFFFF"/>
                </a:solidFill>
              </a:defRPr>
            </a:defPPr>
            <a:lvl1pPr>
              <a:defRPr sz="1050">
                <a:solidFill>
                  <a:srgbClr val="FFFFFF"/>
                </a:solidFill>
              </a:defRPr>
            </a:lvl1pPr>
            <a:lvl2pPr>
              <a:defRPr sz="1050">
                <a:solidFill>
                  <a:srgbClr val="FFFFFF"/>
                </a:solidFill>
              </a:defRPr>
            </a:lvl2pPr>
            <a:lvl3pPr>
              <a:defRPr sz="1050">
                <a:solidFill>
                  <a:srgbClr val="FFFFFF"/>
                </a:solidFill>
              </a:defRPr>
            </a:lvl3pPr>
            <a:lvl4pPr>
              <a:defRPr sz="1050">
                <a:solidFill>
                  <a:srgbClr val="FFFFFF"/>
                </a:solidFill>
              </a:defRPr>
            </a:lvl4pPr>
            <a:lvl5pPr>
              <a:defRPr sz="1050">
                <a:solidFill>
                  <a:srgbClr val="FFFFFF"/>
                </a:solidFill>
              </a:defRPr>
            </a:lvl5pPr>
            <a:lvl6pPr>
              <a:defRPr sz="1050">
                <a:solidFill>
                  <a:srgbClr val="FFFFFF"/>
                </a:solidFill>
              </a:defRPr>
            </a:lvl6pPr>
            <a:lvl7pPr>
              <a:defRPr sz="1050">
                <a:solidFill>
                  <a:srgbClr val="FFFFFF"/>
                </a:solidFill>
              </a:defRPr>
            </a:lvl7pPr>
            <a:lvl8pPr>
              <a:defRPr sz="1050">
                <a:solidFill>
                  <a:srgbClr val="FFFFFF"/>
                </a:solidFill>
              </a:defRPr>
            </a:lvl8pPr>
            <a:lvl9pPr>
              <a:defRPr sz="105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rPr>
              <a:t>Prototype Architecture</a:t>
            </a:r>
            <a:endParaRPr sz="12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2100"/>
              </a:spcBef>
              <a:spcAft>
                <a:spcPts val="1200"/>
              </a:spcAft>
              <a:buNone/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rPr>
              <a:t>Emergency manager → React command center → ADK agent with Gemini 3.x</a:t>
            </a:r>
            <a:endParaRPr sz="12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2100"/>
              </a:spcBef>
              <a:spcAft>
                <a:spcPts val="1200"/>
              </a:spcAft>
              <a:buNone/>
            </a:pPr>
            <a:r>
              <a:rPr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</a:rPr>
              <a:t/>
            </a:r>
            <a:endParaRPr sz="12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lnSpc>
                <a:spcPct val="105000"/>
              </a:lnSpc>
              <a:spcBef>
                <a:spcPts val="2100"/>
              </a:spcBef>
              <a:spcAft>
                <a:spcPts val="1200"/>
              </a:spcAft>
              <a:buNone/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rPr>
              <a:t>BigQuery ranks risk and shelter options. Google Maps grounds places and routes. Community partners recruit peers and validate unknowns. The agent produces the Readiness Brief.</a:t>
            </a:r>
            <a:endParaRPr sz="12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</p:txBody>
      </p:sp>
      <p:sp>
        <p:nvSpPr>
          <p:cNvPr id="156" name="Google Shape;156;p33">
            <a:extLst xmlns:a="http://schemas.openxmlformats.org/drawingml/2006/main">
              <a:ext uri="{FF2B5EF4-FFF2-40B4-BE49-F238E27FC236}">
                <a16:creationId xmlns:a16="http://schemas.microsoft.com/office/drawing/2014/main" id="{482D12BE-5909-4D08-B6D5-0C420ED75D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365633" y="470888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57" name="Google Shape;157;p33">
            <a:extLst xmlns:a="http://schemas.openxmlformats.org/drawingml/2006/main">
              <a:ext uri="{FF2B5EF4-FFF2-40B4-BE49-F238E27FC236}">
                <a16:creationId xmlns:a16="http://schemas.microsoft.com/office/drawing/2014/main" id="{BC11ABA2-18CF-4780-8184-FFA13408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666" y="509013"/>
            <a:ext cx="855600" cy="131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0">
                <a:solidFill>
                  <a:srgbClr val="F8F8F8"/>
                </a:solidFill>
                <a:latin typeface="Google Sans Flex Thin"/>
                <a:ea typeface="Google Sans Flex Thin"/>
                <a:cs typeface="Google Sans Flex Thin"/>
              </a:rPr>
              <a:t>(</a:t>
            </a:r>
            <a:endParaRPr sz="9000">
              <a:solidFill>
                <a:srgbClr val="F8F8F8"/>
              </a:solidFill>
              <a:latin typeface="Google Sans Flex Thin"/>
              <a:ea typeface="Google Sans Flex Thin"/>
              <a:cs typeface="Google Sans Flex Thin"/>
            </a:endParaRPr>
          </a:p>
        </p:txBody>
      </p:sp>
      <p:sp>
        <p:nvSpPr>
          <p:cNvPr id="158" name="Google Shape;158;p33">
            <a:extLst xmlns:a="http://schemas.openxmlformats.org/drawingml/2006/main">
              <a:ext uri="{FF2B5EF4-FFF2-40B4-BE49-F238E27FC236}">
                <a16:creationId xmlns:a16="http://schemas.microsoft.com/office/drawing/2014/main" id="{3A4875F1-7AB7-481D-9F2A-283DF0FD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230216" y="585213"/>
            <a:ext cx="855600" cy="131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0">
                <a:solidFill>
                  <a:srgbClr val="F8F8F8"/>
                </a:solidFill>
                <a:latin typeface="Google Sans Flex Thin"/>
                <a:ea typeface="Google Sans Flex Thin"/>
                <a:cs typeface="Google Sans Flex Thin"/>
              </a:rPr>
              <a:t>(</a:t>
            </a:r>
            <a:endParaRPr sz="9000">
              <a:solidFill>
                <a:srgbClr val="F8F8F8"/>
              </a:solidFill>
              <a:latin typeface="Google Sans Flex Thin"/>
              <a:ea typeface="Google Sans Flex Thin"/>
              <a:cs typeface="Google Sans Flex Thin"/>
            </a:endParaRPr>
          </a:p>
        </p:txBody>
      </p:sp>
    </p:spTree>
    <p:extLst>
      <p:ext uri="{BB962C8B-B14F-4D97-AF65-F5344CB8AC3E}">
        <p14:creationId xmlns:p14="http://schemas.microsoft.com/office/powerpoint/2010/main" val="1184579863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2026-10-20T20:17:49.7730000Z</dcterms:created>
  <dcterms:modified xsi:type="dcterms:W3CDTF">2026-10-20T20:17:49.7730000Z</dcterms:modified>
</coreProperties>
</file>