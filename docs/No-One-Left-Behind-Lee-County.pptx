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4f4273e1224f4f" /><Relationship Type="http://schemas.openxmlformats.org/officeDocument/2006/relationships/extended-properties" Target="/docProps/app.xml" Id="R88b325a6695e4659" /><Relationship Type="http://schemas.openxmlformats.org/officeDocument/2006/relationships/officeDocument" Target="/ppt/presentation.xml" Id="Rc54ef188ebc544c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71a5b2415df4d04"/>
    <p:sldMasterId xmlns:r="http://schemas.openxmlformats.org/officeDocument/2006/relationships" id="2147483661" r:id="R040300c0d3124c55"/>
  </p:sldMasterIdLst>
  <p:notesMasterIdLst>
    <p:notesMasterId xmlns:r="http://schemas.openxmlformats.org/officeDocument/2006/relationships" r:id="Rac4bc4dd523d4418"/>
  </p:notesMasterIdLst>
  <p:sldIdLst>
    <p:sldId xmlns:r="http://schemas.openxmlformats.org/officeDocument/2006/relationships" id="256" r:id="R8d3a72e368cb45e5"/>
    <p:sldId xmlns:r="http://schemas.openxmlformats.org/officeDocument/2006/relationships" id="257" r:id="R3b29a5dfce794f20"/>
    <p:sldId xmlns:r="http://schemas.openxmlformats.org/officeDocument/2006/relationships" id="258" r:id="R67ca7f205e7a4fac"/>
    <p:sldId xmlns:r="http://schemas.openxmlformats.org/officeDocument/2006/relationships" id="259" r:id="R0fbdbef86ce948d7"/>
    <p:sldId xmlns:r="http://schemas.openxmlformats.org/officeDocument/2006/relationships" id="260" r:id="R6afdd986eb0f4fad"/>
    <p:sldId xmlns:r="http://schemas.openxmlformats.org/officeDocument/2006/relationships" id="261" r:id="Re6247e746bc04d66"/>
  </p:sldIdLst>
  <p:sldSz cx="9144000" cy="5143500"/>
  <p:notesSz cx="6858000" cy="9144000"/>
  <p:embeddedFontLst>
    <p:embeddedFont>
      <p:font typeface="Google Sans"/>
      <p:regular xmlns:r="http://schemas.openxmlformats.org/officeDocument/2006/relationships" r:id="Rbd9c70fe89d8408f"/>
      <p:bold xmlns:r="http://schemas.openxmlformats.org/officeDocument/2006/relationships" r:id="R4e95bac62da947ed"/>
      <p:italic xmlns:r="http://schemas.openxmlformats.org/officeDocument/2006/relationships" r:id="Rd2714d1eca6a491b"/>
      <p:boldItalic xmlns:r="http://schemas.openxmlformats.org/officeDocument/2006/relationships" r:id="Rd2dfcc9152e144f5"/>
    </p:embeddedFont>
    <p:embeddedFont>
      <p:font typeface="Google Sans Flex Medium"/>
      <p:regular xmlns:r="http://schemas.openxmlformats.org/officeDocument/2006/relationships" r:id="R64ae1ac3839b46fd"/>
      <p:bold xmlns:r="http://schemas.openxmlformats.org/officeDocument/2006/relationships" r:id="R0604f263e268456c"/>
    </p:embeddedFont>
    <p:embeddedFont>
      <p:font typeface="Google Sans Flex"/>
      <p:regular xmlns:r="http://schemas.openxmlformats.org/officeDocument/2006/relationships" r:id="R441a853deae94b0f"/>
      <p:bold xmlns:r="http://schemas.openxmlformats.org/officeDocument/2006/relationships" r:id="Rb844f400be2347b9"/>
    </p:embeddedFont>
    <p:embeddedFont>
      <p:font typeface="Google Sans Flex Thin"/>
      <p:regular xmlns:r="http://schemas.openxmlformats.org/officeDocument/2006/relationships" r:id="R01d4e7c48bf045d5"/>
      <p:bold xmlns:r="http://schemas.openxmlformats.org/officeDocument/2006/relationships" r:id="R37b29a04e10742b6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36CBF07F-845D-42DA-AEE9-C422CBFCC5D9}">
  <a:tblStyle styleId="{36CBF07F-845D-42DA-AEE9-C422CBFCC5D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0e39bf441c4d6f" /><Relationship Type="http://schemas.openxmlformats.org/officeDocument/2006/relationships/slideMaster" Target="/ppt/slideMasters/slideMaster1.xml" Id="R771a5b2415df4d04" /><Relationship Type="http://schemas.openxmlformats.org/officeDocument/2006/relationships/slideMaster" Target="/ppt/slideMasters/slideMaster2.xml" Id="R040300c0d3124c55" /><Relationship Type="http://schemas.openxmlformats.org/officeDocument/2006/relationships/notesMaster" Target="/ppt/notesMasters/notesMaster1.xml" Id="Rac4bc4dd523d4418" /><Relationship Type="http://schemas.openxmlformats.org/officeDocument/2006/relationships/presProps" Target="/ppt/presProps.xml" Id="Re5e7e826bde140d2" /><Relationship Type="http://schemas.openxmlformats.org/officeDocument/2006/relationships/viewProps" Target="/ppt/viewProps.xml" Id="R0d74a1cffe1c4558" /><Relationship Type="http://schemas.openxmlformats.org/officeDocument/2006/relationships/tableStyles" Target="/ppt/tableStyles.xml" Id="Re3641272a45548b0" /><Relationship Type="http://schemas.openxmlformats.org/officeDocument/2006/relationships/font" Target="/ppt/fonts/font.dat" Id="Rbd9c70fe89d8408f" /><Relationship Type="http://schemas.openxmlformats.org/officeDocument/2006/relationships/font" Target="/ppt/fonts/font2.dat" Id="R4e95bac62da947ed" /><Relationship Type="http://schemas.openxmlformats.org/officeDocument/2006/relationships/font" Target="/ppt/fonts/font3.dat" Id="Rd2714d1eca6a491b" /><Relationship Type="http://schemas.openxmlformats.org/officeDocument/2006/relationships/font" Target="/ppt/fonts/font4.dat" Id="Rd2dfcc9152e144f5" /><Relationship Type="http://schemas.openxmlformats.org/officeDocument/2006/relationships/font" Target="/ppt/fonts/font5.dat" Id="R64ae1ac3839b46fd" /><Relationship Type="http://schemas.openxmlformats.org/officeDocument/2006/relationships/font" Target="/ppt/fonts/font6.dat" Id="R0604f263e268456c" /><Relationship Type="http://schemas.openxmlformats.org/officeDocument/2006/relationships/font" Target="/ppt/fonts/font7.dat" Id="R441a853deae94b0f" /><Relationship Type="http://schemas.openxmlformats.org/officeDocument/2006/relationships/font" Target="/ppt/fonts/font8.dat" Id="Rb844f400be2347b9" /><Relationship Type="http://schemas.openxmlformats.org/officeDocument/2006/relationships/font" Target="/ppt/fonts/font9.dat" Id="R01d4e7c48bf045d5" /><Relationship Type="http://schemas.openxmlformats.org/officeDocument/2006/relationships/font" Target="/ppt/fonts/font10.dat" Id="R37b29a04e10742b6" /><Relationship Type="http://schemas.openxmlformats.org/officeDocument/2006/relationships/slide" Target="/ppt/slides/slide1.xml" Id="R8d3a72e368cb45e5" /><Relationship Type="http://schemas.openxmlformats.org/officeDocument/2006/relationships/slide" Target="/ppt/slides/slide2.xml" Id="R3b29a5dfce794f20" /><Relationship Type="http://schemas.openxmlformats.org/officeDocument/2006/relationships/slide" Target="/ppt/slides/slide3.xml" Id="R67ca7f205e7a4fac" /><Relationship Type="http://schemas.openxmlformats.org/officeDocument/2006/relationships/slide" Target="/ppt/slides/slide4.xml" Id="R0fbdbef86ce948d7" /><Relationship Type="http://schemas.openxmlformats.org/officeDocument/2006/relationships/slide" Target="/ppt/slides/slide5.xml" Id="R6afdd986eb0f4fad" /><Relationship Type="http://schemas.openxmlformats.org/officeDocument/2006/relationships/slide" Target="/ppt/slides/slide6.xml" Id="Re6247e746bc04d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e9366e27201049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ef01d8f325b4185" /><Relationship Type="http://schemas.openxmlformats.org/officeDocument/2006/relationships/notesMaster" Target="/ppt/notesMasters/notesMaster1.xml" Id="Rb3f20efd33d8409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9b91ac9984402f" /><Relationship Type="http://schemas.openxmlformats.org/officeDocument/2006/relationships/notesMaster" Target="/ppt/notesMasters/notesMaster1.xml" Id="R80b97e4f489240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f60f06aea4b436a" /><Relationship Type="http://schemas.openxmlformats.org/officeDocument/2006/relationships/notesMaster" Target="/ppt/notesMasters/notesMaster1.xml" Id="R28e937d6767a4c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03314abc1ca44b0" /><Relationship Type="http://schemas.openxmlformats.org/officeDocument/2006/relationships/notesMaster" Target="/ppt/notesMasters/notesMaster1.xml" Id="Rdfa7fe0d245543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938873b2a74109" /><Relationship Type="http://schemas.openxmlformats.org/officeDocument/2006/relationships/notesMaster" Target="/ppt/notesMasters/notesMaster1.xml" Id="Re2b12755f76743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6626b98a524d3b" /><Relationship Type="http://schemas.openxmlformats.org/officeDocument/2006/relationships/notesMaster" Target="/ppt/notesMasters/notesMaster1.xml" Id="Rbe4206be00fa48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de2b5af04a4e7c" /><Relationship Type="http://schemas.openxmlformats.org/officeDocument/2006/relationships/image" Target="/ppt/media/image.png" Id="Rbd9ed6d2c5574ba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fb5a86c94d428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5c8e5774324ab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92ea010d144f5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ad8447df5e4ce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683d284f794b5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1e54c318b64ab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0d92f9641d408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cec3873f3a44f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3720bc932a4ab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ef78e227414caa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7ce62746984a48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0f31c35c1594486" /><Relationship Type="http://schemas.openxmlformats.org/officeDocument/2006/relationships/image" Target="/ppt/media/image2.png" Id="Ra4faeea1d84c45e5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a47b19338794155" /><Relationship Type="http://schemas.openxmlformats.org/officeDocument/2006/relationships/image" Target="/ppt/media/image.png" Id="Re57825469f644c9b" /><Relationship Type="http://schemas.openxmlformats.org/officeDocument/2006/relationships/image" Target="/ppt/media/image3.png" Id="R5108255ff8914a4f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dd827de26bf4b1d" /><Relationship Type="http://schemas.openxmlformats.org/officeDocument/2006/relationships/image" Target="/ppt/media/image.png" Id="R5c871495dab04830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fdeb98f90a3426a" /><Relationship Type="http://schemas.openxmlformats.org/officeDocument/2006/relationships/image" Target="/ppt/media/image.png" Id="Rdc279824553b419d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a156d91ce4c4fa4" /><Relationship Type="http://schemas.openxmlformats.org/officeDocument/2006/relationships/image" Target="/ppt/media/image.png" Id="R334be01113994dee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77bb74c97374967" /><Relationship Type="http://schemas.openxmlformats.org/officeDocument/2006/relationships/image" Target="/ppt/media/image.png" Id="R8888c64150a74c15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030d171d176410c" /><Relationship Type="http://schemas.openxmlformats.org/officeDocument/2006/relationships/image" Target="/ppt/media/image.png" Id="R10c1f2acc01c4544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ec0514e25e34802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99de0d697f4489b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950cf01e3f54385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e69d26bef3940a8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79d2ccf62de4391" /></Relationships>
</file>

<file path=ppt/slideLayouts/slideLayout1.xml><?xml version="1.0" encoding="utf-8"?>
<p:sldLayout xmlns:p="http://schemas.openxmlformats.org/presentationml/2006/main" matchingName="Title slide" type="title">
  <p:cSld name="TITLE">
    <p:bg>
      <p:bgPr>
        <a:noFill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C428865E-36DE-40F7-9645-ABB400CF82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lt1"/>
                </a:solidFill>
              </a:defRPr>
            </a:lvl1pPr>
            <a:lvl2pPr>
              <a:buNone/>
              <a:defRPr>
                <a:solidFill>
                  <a:schemeClr val="lt1"/>
                </a:solidFill>
              </a:defRPr>
            </a:lvl2pPr>
            <a:lvl3pPr>
              <a:buNone/>
              <a:defRPr>
                <a:solidFill>
                  <a:schemeClr val="lt1"/>
                </a:solidFill>
              </a:defRPr>
            </a:lvl3pPr>
            <a:lvl4pPr>
              <a:buNone/>
              <a:defRPr>
                <a:solidFill>
                  <a:schemeClr val="lt1"/>
                </a:solidFill>
              </a:defRPr>
            </a:lvl4pPr>
            <a:lvl5pPr>
              <a:buNone/>
              <a:defRPr>
                <a:solidFill>
                  <a:schemeClr val="lt1"/>
                </a:solidFill>
              </a:defRPr>
            </a:lvl5pPr>
            <a:lvl6pPr>
              <a:buNone/>
              <a:defRPr>
                <a:solidFill>
                  <a:schemeClr val="lt1"/>
                </a:solidFill>
              </a:defRPr>
            </a:lvl6pPr>
            <a:lvl7pPr>
              <a:buNone/>
              <a:defRPr>
                <a:solidFill>
                  <a:schemeClr val="lt1"/>
                </a:solidFill>
              </a:defRPr>
            </a:lvl7pPr>
            <a:lvl8pPr>
              <a:buNone/>
              <a:defRPr>
                <a:solidFill>
                  <a:schemeClr val="lt1"/>
                </a:solidFill>
              </a:defRPr>
            </a:lvl8pPr>
            <a:lvl9pPr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C22F88D4-28CF-4F8E-8FE5-24F27BD88B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9ed6d2c5574ba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E622CA0C-383B-4BED-9BFA-60C82F6CC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94B9C051-5AF5-4E32-BED4-867E89FFE9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F7A758B9-F50F-4A31-8224-9A3EDBE973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4E44ADC1-4604-4DC5-B569-79991375F4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91BC84BD-4F78-4A16-B81E-B6E6013C57A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421E54D8-1B9A-47AF-B396-E42CB306B0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49B782AF-7D01-4ECB-B21A-832C764FF0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BC86E134-36B4-4039-A09E-680AC196068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7FA73DDE-F663-4879-87D1-DB52F29161B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36FE1F92-4041-4B1B-BB82-E36D3FE9294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474810A0-E55C-4EBB-8001-69592E857F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C0CCE640-DEE0-4C15-82CB-CFFF376362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CB6E977F-73E5-4F6E-A42C-740619D442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2C92D5E5-BC3F-4E87-9589-673BB00AD2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8026C9EC-D5CD-4875-902D-87167FECF98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73DBB288-B304-42F7-95BF-42476877E2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7074C8C8-B345-4E5F-87BE-B511ABF359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6E874061-D528-4353-82B3-48E16B70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D24916AF-78EE-4D97-9BB7-7AA1EA5E27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30CE5F2D-D157-4558-8DFC-79D1CFCC789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0D2D9C29-BC1C-46AC-9A05-02FCB3E16D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2C96FDF7-EC42-462B-A9AC-7656C4E86F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38D995AC-7FFB-4C43-8BD5-4D14D108DB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9EB5CFCF-3BE4-4B9E-A7E3-A90B9FD2F1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0CE7A940-20CA-4D16-BDD7-1C7911399529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F2F9FF79-6D98-4D6C-9044-90DAAC017F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59C29035-EAE7-44B3-AAFB-7F0F24E66E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EC33830C-BE68-423F-B881-FA29584391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Title slide 1">
  <p:cSld name="TITLE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Google Shape;51;p13">
            <a:extLst xmlns:a="http://schemas.openxmlformats.org/drawingml/2006/main">
              <a:ext uri="{FF2B5EF4-FFF2-40B4-BE49-F238E27FC236}">
                <a16:creationId xmlns:a16="http://schemas.microsoft.com/office/drawing/2014/main" id="{442929A4-BFAE-4CA3-9477-99423CA6FD6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52" name="Google Shape;52;p13">
            <a:extLst xmlns:a="http://schemas.openxmlformats.org/drawingml/2006/main">
              <a:ext uri="{FF2B5EF4-FFF2-40B4-BE49-F238E27FC236}">
                <a16:creationId xmlns:a16="http://schemas.microsoft.com/office/drawing/2014/main" id="{3F968EAB-CFD2-4D40-8B8D-BE3B552B037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53" name="Google Shape;53;p13">
            <a:extLst xmlns:a="http://schemas.openxmlformats.org/drawingml/2006/main">
              <a:ext uri="{FF2B5EF4-FFF2-40B4-BE49-F238E27FC236}">
                <a16:creationId xmlns:a16="http://schemas.microsoft.com/office/drawing/2014/main" id="{25777EE1-ABAE-4E78-B13E-46C13CCDB1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matchingName="Title slide" type="title">
  <p:cSld name="TITLE"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7" name="Google Shape;57;p15">
            <a:extLst xmlns:a="http://schemas.openxmlformats.org/drawingml/2006/main">
              <a:ext uri="{FF2B5EF4-FFF2-40B4-BE49-F238E27FC236}">
                <a16:creationId xmlns:a16="http://schemas.microsoft.com/office/drawing/2014/main" id="{C8144CD9-D16A-4CA9-8A50-E19059500C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faeea1d84c45e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1200" y="1779099"/>
            <a:ext cx="2861000" cy="1890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4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16">
            <a:extLst xmlns:a="http://schemas.openxmlformats.org/drawingml/2006/main">
              <a:ext uri="{FF2B5EF4-FFF2-40B4-BE49-F238E27FC236}">
                <a16:creationId xmlns:a16="http://schemas.microsoft.com/office/drawing/2014/main" id="{C2C15515-3718-4C5D-8D7A-10B8C0BD5E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60" name="Google Shape;60;p16">
            <a:extLst xmlns:a="http://schemas.openxmlformats.org/drawingml/2006/main">
              <a:ext uri="{FF2B5EF4-FFF2-40B4-BE49-F238E27FC236}">
                <a16:creationId xmlns:a16="http://schemas.microsoft.com/office/drawing/2014/main" id="{1233E5F7-358A-4712-A76A-85D0463585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7825469f644c9b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1" name="Google Shape;61;p16">
            <a:extLst xmlns:a="http://schemas.openxmlformats.org/drawingml/2006/main">
              <a:ext uri="{FF2B5EF4-FFF2-40B4-BE49-F238E27FC236}">
                <a16:creationId xmlns:a16="http://schemas.microsoft.com/office/drawing/2014/main" id="{B20751F3-04DA-4F9D-8A3F-68EDAAE9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62" name="Google Shape;62;p16">
            <a:extLst xmlns:a="http://schemas.openxmlformats.org/drawingml/2006/main">
              <a:ext uri="{FF2B5EF4-FFF2-40B4-BE49-F238E27FC236}">
                <a16:creationId xmlns:a16="http://schemas.microsoft.com/office/drawing/2014/main" id="{127F08CB-D597-4B45-9338-D6B8E38D56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8255ff8914a4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36326" y="689350"/>
            <a:ext cx="2707675" cy="37647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5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Google Shape;64;p17">
            <a:extLst xmlns:a="http://schemas.openxmlformats.org/drawingml/2006/main">
              <a:ext uri="{FF2B5EF4-FFF2-40B4-BE49-F238E27FC236}">
                <a16:creationId xmlns:a16="http://schemas.microsoft.com/office/drawing/2014/main" id="{55133C31-AF82-4DE9-8402-9D9DC027B3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65" name="Google Shape;65;p17">
            <a:extLst xmlns:a="http://schemas.openxmlformats.org/drawingml/2006/main">
              <a:ext uri="{FF2B5EF4-FFF2-40B4-BE49-F238E27FC236}">
                <a16:creationId xmlns:a16="http://schemas.microsoft.com/office/drawing/2014/main" id="{2AAD6879-5F09-4F8A-AE09-D767F3E605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871495dab0483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6" name="Google Shape;66;p17">
            <a:extLst xmlns:a="http://schemas.openxmlformats.org/drawingml/2006/main">
              <a:ext uri="{FF2B5EF4-FFF2-40B4-BE49-F238E27FC236}">
                <a16:creationId xmlns:a16="http://schemas.microsoft.com/office/drawing/2014/main" id="{DF058EE2-96AD-4771-B0F8-FF750A0B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67" name="Google Shape;67;p17">
            <a:extLst xmlns:a="http://schemas.openxmlformats.org/drawingml/2006/main">
              <a:ext uri="{FF2B5EF4-FFF2-40B4-BE49-F238E27FC236}">
                <a16:creationId xmlns:a16="http://schemas.microsoft.com/office/drawing/2014/main" id="{7E29A7D0-3463-4626-A003-3E42DADD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750" y="514609"/>
            <a:ext cx="2837700" cy="7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5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Our Team</a:t>
            </a:r>
            <a:endParaRPr sz="45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Google Shape;69;p18">
            <a:extLst xmlns:a="http://schemas.openxmlformats.org/drawingml/2006/main">
              <a:ext uri="{FF2B5EF4-FFF2-40B4-BE49-F238E27FC236}">
                <a16:creationId xmlns:a16="http://schemas.microsoft.com/office/drawing/2014/main" id="{6B681BFC-D30E-4591-AF64-EF27A07C34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70" name="Google Shape;70;p18">
            <a:extLst xmlns:a="http://schemas.openxmlformats.org/drawingml/2006/main">
              <a:ext uri="{FF2B5EF4-FFF2-40B4-BE49-F238E27FC236}">
                <a16:creationId xmlns:a16="http://schemas.microsoft.com/office/drawing/2014/main" id="{49EC9E51-A24B-4158-A0E5-5F3AE87417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279824553b419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1" name="Google Shape;71;p18">
            <a:extLst xmlns:a="http://schemas.openxmlformats.org/drawingml/2006/main">
              <a:ext uri="{FF2B5EF4-FFF2-40B4-BE49-F238E27FC236}">
                <a16:creationId xmlns:a16="http://schemas.microsoft.com/office/drawing/2014/main" id="{031B6025-D0D1-44EB-8D34-D9AC93E92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72" name="Google Shape;72;p18">
            <a:extLst xmlns:a="http://schemas.openxmlformats.org/drawingml/2006/main">
              <a:ext uri="{FF2B5EF4-FFF2-40B4-BE49-F238E27FC236}">
                <a16:creationId xmlns:a16="http://schemas.microsoft.com/office/drawing/2014/main" id="{E5D04509-9333-4B87-9AC3-A4D92C2D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650" y="654125"/>
            <a:ext cx="4382700" cy="168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Challenge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Overview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Google Shape;74;p19">
            <a:extLst xmlns:a="http://schemas.openxmlformats.org/drawingml/2006/main">
              <a:ext uri="{FF2B5EF4-FFF2-40B4-BE49-F238E27FC236}">
                <a16:creationId xmlns:a16="http://schemas.microsoft.com/office/drawing/2014/main" id="{1AFB05B9-8717-4FC1-A859-323C33A016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75" name="Google Shape;75;p19">
            <a:extLst xmlns:a="http://schemas.openxmlformats.org/drawingml/2006/main">
              <a:ext uri="{FF2B5EF4-FFF2-40B4-BE49-F238E27FC236}">
                <a16:creationId xmlns:a16="http://schemas.microsoft.com/office/drawing/2014/main" id="{9A2500C1-D53A-4936-A6BE-99E1AB44E3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4be01113994de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6" name="Google Shape;76;p19">
            <a:extLst xmlns:a="http://schemas.openxmlformats.org/drawingml/2006/main">
              <a:ext uri="{FF2B5EF4-FFF2-40B4-BE49-F238E27FC236}">
                <a16:creationId xmlns:a16="http://schemas.microsoft.com/office/drawing/2014/main" id="{60C93578-3426-48EC-8F0D-76053768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77" name="Google Shape;77;p19">
            <a:extLst xmlns:a="http://schemas.openxmlformats.org/drawingml/2006/main">
              <a:ext uri="{FF2B5EF4-FFF2-40B4-BE49-F238E27FC236}">
                <a16:creationId xmlns:a16="http://schemas.microsoft.com/office/drawing/2014/main" id="{63D68B1F-C18B-4FA9-A4FC-D0BFD306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650" y="1111325"/>
            <a:ext cx="4382700" cy="168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Impact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20">
            <a:extLst xmlns:a="http://schemas.openxmlformats.org/drawingml/2006/main">
              <a:ext uri="{FF2B5EF4-FFF2-40B4-BE49-F238E27FC236}">
                <a16:creationId xmlns:a16="http://schemas.microsoft.com/office/drawing/2014/main" id="{BD07EE27-EC4B-4A2A-BB8B-2DBDD75E33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80" name="Google Shape;80;p20">
            <a:extLst xmlns:a="http://schemas.openxmlformats.org/drawingml/2006/main">
              <a:ext uri="{FF2B5EF4-FFF2-40B4-BE49-F238E27FC236}">
                <a16:creationId xmlns:a16="http://schemas.microsoft.com/office/drawing/2014/main" id="{8F3B3E5C-5D6C-40DB-B055-7E55A6C9E6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88c64150a74c1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1" name="Google Shape;81;p20">
            <a:extLst xmlns:a="http://schemas.openxmlformats.org/drawingml/2006/main">
              <a:ext uri="{FF2B5EF4-FFF2-40B4-BE49-F238E27FC236}">
                <a16:creationId xmlns:a16="http://schemas.microsoft.com/office/drawing/2014/main" id="{46479B3B-5CE2-4581-B6E8-DC2C7C58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82" name="Google Shape;82;p20">
            <a:extLst xmlns:a="http://schemas.openxmlformats.org/drawingml/2006/main">
              <a:ext uri="{FF2B5EF4-FFF2-40B4-BE49-F238E27FC236}">
                <a16:creationId xmlns:a16="http://schemas.microsoft.com/office/drawing/2014/main" id="{CB78F035-4ABA-4B80-B6F6-8DFD5D2E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7025" y="490822"/>
            <a:ext cx="4382700" cy="10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Sources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9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Google Shape;84;p21">
            <a:extLst xmlns:a="http://schemas.openxmlformats.org/drawingml/2006/main">
              <a:ext uri="{FF2B5EF4-FFF2-40B4-BE49-F238E27FC236}">
                <a16:creationId xmlns:a16="http://schemas.microsoft.com/office/drawing/2014/main" id="{07CDE292-7FA2-4972-B2ED-6FC694A2E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646" y="662463"/>
            <a:ext cx="2679600" cy="10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Prototype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   Architecture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85" name="Google Shape;85;p21">
            <a:extLst xmlns:a="http://schemas.openxmlformats.org/drawingml/2006/main">
              <a:ext uri="{FF2B5EF4-FFF2-40B4-BE49-F238E27FC236}">
                <a16:creationId xmlns:a16="http://schemas.microsoft.com/office/drawing/2014/main" id="{2AA9006F-4608-4D17-A91F-A2347F98C6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86" name="Google Shape;86;p21">
            <a:extLst xmlns:a="http://schemas.openxmlformats.org/drawingml/2006/main">
              <a:ext uri="{FF2B5EF4-FFF2-40B4-BE49-F238E27FC236}">
                <a16:creationId xmlns:a16="http://schemas.microsoft.com/office/drawing/2014/main" id="{282EDD68-2B33-4CDA-9364-A65796EFC1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c1f2acc01c454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7" name="Google Shape;87;p21">
            <a:extLst xmlns:a="http://schemas.openxmlformats.org/drawingml/2006/main">
              <a:ext uri="{FF2B5EF4-FFF2-40B4-BE49-F238E27FC236}">
                <a16:creationId xmlns:a16="http://schemas.microsoft.com/office/drawing/2014/main" id="{CAE37518-AE15-470C-92EA-C656B7FA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Google Shape;89;p22">
            <a:extLst xmlns:a="http://schemas.openxmlformats.org/drawingml/2006/main">
              <a:ext uri="{FF2B5EF4-FFF2-40B4-BE49-F238E27FC236}">
                <a16:creationId xmlns:a16="http://schemas.microsoft.com/office/drawing/2014/main" id="{95158453-14E8-48CD-9D32-40C123B3E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2">
            <a:extLst xmlns:a="http://schemas.openxmlformats.org/drawingml/2006/main">
              <a:ext uri="{FF2B5EF4-FFF2-40B4-BE49-F238E27FC236}">
                <a16:creationId xmlns:a16="http://schemas.microsoft.com/office/drawing/2014/main" id="{3A3270B4-FECB-426A-9812-004BAEF247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 xmlns:a="http://schemas.openxmlformats.org/drawingml/2006/main"/>
        </p:txBody>
      </p:sp>
      <p:sp>
        <p:nvSpPr>
          <p:cNvPr id="91" name="Google Shape;91;p22">
            <a:extLst xmlns:a="http://schemas.openxmlformats.org/drawingml/2006/main">
              <a:ext uri="{FF2B5EF4-FFF2-40B4-BE49-F238E27FC236}">
                <a16:creationId xmlns:a16="http://schemas.microsoft.com/office/drawing/2014/main" id="{9F7285FA-EE34-40A7-AA34-AC0327FB9D8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92" name="Google Shape;92;p22">
            <a:extLst xmlns:a="http://schemas.openxmlformats.org/drawingml/2006/main">
              <a:ext uri="{FF2B5EF4-FFF2-40B4-BE49-F238E27FC236}">
                <a16:creationId xmlns:a16="http://schemas.microsoft.com/office/drawing/2014/main" id="{CA77A7FC-4101-4BBA-9BD3-C6822825EDE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3" name="Google Shape;93;p22">
            <a:extLst xmlns:a="http://schemas.openxmlformats.org/drawingml/2006/main">
              <a:ext uri="{FF2B5EF4-FFF2-40B4-BE49-F238E27FC236}">
                <a16:creationId xmlns:a16="http://schemas.microsoft.com/office/drawing/2014/main" id="{CAEBCBC8-CE80-4BD3-B946-3BBF30543A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1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5" name="Google Shape;95;p23">
            <a:extLst xmlns:a="http://schemas.openxmlformats.org/drawingml/2006/main">
              <a:ext uri="{FF2B5EF4-FFF2-40B4-BE49-F238E27FC236}">
                <a16:creationId xmlns:a16="http://schemas.microsoft.com/office/drawing/2014/main" id="{D86AA26C-D504-47B2-AE6F-359FA197BE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 xmlns:a="http://schemas.openxmlformats.org/drawingml/2006/main"/>
        </p:txBody>
      </p:sp>
      <p:sp>
        <p:nvSpPr>
          <p:cNvPr id="96" name="Google Shape;96;p23">
            <a:extLst xmlns:a="http://schemas.openxmlformats.org/drawingml/2006/main">
              <a:ext uri="{FF2B5EF4-FFF2-40B4-BE49-F238E27FC236}">
                <a16:creationId xmlns:a16="http://schemas.microsoft.com/office/drawing/2014/main" id="{E61B91E2-FC07-48E8-A0C8-9D1A3C8A0F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Google Shape;98;p24">
            <a:extLst xmlns:a="http://schemas.openxmlformats.org/drawingml/2006/main">
              <a:ext uri="{FF2B5EF4-FFF2-40B4-BE49-F238E27FC236}">
                <a16:creationId xmlns:a16="http://schemas.microsoft.com/office/drawing/2014/main" id="{38A10C09-FAAD-48A7-B7CD-F4B613C453E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99" name="Google Shape;99;p24">
            <a:extLst xmlns:a="http://schemas.openxmlformats.org/drawingml/2006/main">
              <a:ext uri="{FF2B5EF4-FFF2-40B4-BE49-F238E27FC236}">
                <a16:creationId xmlns:a16="http://schemas.microsoft.com/office/drawing/2014/main" id="{46960070-F3AB-4839-BC4B-1E8DA84D9B2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0" name="Google Shape;100;p24">
            <a:extLst xmlns:a="http://schemas.openxmlformats.org/drawingml/2006/main">
              <a:ext uri="{FF2B5EF4-FFF2-40B4-BE49-F238E27FC236}">
                <a16:creationId xmlns:a16="http://schemas.microsoft.com/office/drawing/2014/main" id="{1B06D211-A2CB-4034-896B-667FEB050D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25">
            <a:extLst xmlns:a="http://schemas.openxmlformats.org/drawingml/2006/main">
              <a:ext uri="{FF2B5EF4-FFF2-40B4-BE49-F238E27FC236}">
                <a16:creationId xmlns:a16="http://schemas.microsoft.com/office/drawing/2014/main" id="{6777D615-DE07-479A-AE40-8ADFB2132D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Title slide 1">
  <p:cSld name="TITLE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4" name="Google Shape;104;p26">
            <a:extLst xmlns:a="http://schemas.openxmlformats.org/drawingml/2006/main">
              <a:ext uri="{FF2B5EF4-FFF2-40B4-BE49-F238E27FC236}">
                <a16:creationId xmlns:a16="http://schemas.microsoft.com/office/drawing/2014/main" id="{FDC572F9-3166-4BA7-ADCC-7098673FEBB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 xmlns:a="http://schemas.openxmlformats.org/drawingml/2006/main"/>
        </p:txBody>
      </p:sp>
      <p:sp>
        <p:nvSpPr>
          <p:cNvPr id="105" name="Google Shape;105;p26">
            <a:extLst xmlns:a="http://schemas.openxmlformats.org/drawingml/2006/main">
              <a:ext uri="{FF2B5EF4-FFF2-40B4-BE49-F238E27FC236}">
                <a16:creationId xmlns:a16="http://schemas.microsoft.com/office/drawing/2014/main" id="{FC4530FE-BC84-4315-A76D-D0B9D3FFDA2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06" name="Google Shape;106;p26">
            <a:extLst xmlns:a="http://schemas.openxmlformats.org/drawingml/2006/main">
              <a:ext uri="{FF2B5EF4-FFF2-40B4-BE49-F238E27FC236}">
                <a16:creationId xmlns:a16="http://schemas.microsoft.com/office/drawing/2014/main" id="{A5911EED-3544-43EA-BA6E-8FEC7ED126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71055c7c9f4c43" /><Relationship Type="http://schemas.openxmlformats.org/officeDocument/2006/relationships/slideLayout" Target="/ppt/slideLayouts/slideLayout1.xml" Id="Rfccd8eaa40ff486f" /><Relationship Type="http://schemas.openxmlformats.org/officeDocument/2006/relationships/slideLayout" Target="/ppt/slideLayouts/slideLayout2.xml" Id="Rcf0c73b202a54c3c" /><Relationship Type="http://schemas.openxmlformats.org/officeDocument/2006/relationships/slideLayout" Target="/ppt/slideLayouts/slideLayout3.xml" Id="Ra4b624d8ba624af1" /><Relationship Type="http://schemas.openxmlformats.org/officeDocument/2006/relationships/slideLayout" Target="/ppt/slideLayouts/slideLayout4.xml" Id="R6cc850d9ee464d4e" /><Relationship Type="http://schemas.openxmlformats.org/officeDocument/2006/relationships/slideLayout" Target="/ppt/slideLayouts/slideLayout5.xml" Id="R5154cb7529524156" /><Relationship Type="http://schemas.openxmlformats.org/officeDocument/2006/relationships/slideLayout" Target="/ppt/slideLayouts/slideLayout6.xml" Id="R05a21d2707d1462f" /><Relationship Type="http://schemas.openxmlformats.org/officeDocument/2006/relationships/slideLayout" Target="/ppt/slideLayouts/slideLayout7.xml" Id="Rb42d861322a14e88" /><Relationship Type="http://schemas.openxmlformats.org/officeDocument/2006/relationships/slideLayout" Target="/ppt/slideLayouts/slideLayout8.xml" Id="Rdf63b3b0879f4226" /><Relationship Type="http://schemas.openxmlformats.org/officeDocument/2006/relationships/slideLayout" Target="/ppt/slideLayouts/slideLayout9.xml" Id="Rd2aed1ce8bb84823" /><Relationship Type="http://schemas.openxmlformats.org/officeDocument/2006/relationships/slideLayout" Target="/ppt/slideLayouts/slideLayout10.xml" Id="R6349f6681e014f7d" /><Relationship Type="http://schemas.openxmlformats.org/officeDocument/2006/relationships/slideLayout" Target="/ppt/slideLayouts/slideLayout11.xml" Id="R1addd81f8a584736" /><Relationship Type="http://schemas.openxmlformats.org/officeDocument/2006/relationships/slideLayout" Target="/ppt/slideLayouts/slideLayout12.xml" Id="Refcafc86c46b4635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168e8aacb3d84448" /><Relationship Type="http://schemas.openxmlformats.org/officeDocument/2006/relationships/slideLayout" Target="/ppt/slideLayouts/slideLayout13.xml" Id="Rbaef6f8bc48f42d7" /><Relationship Type="http://schemas.openxmlformats.org/officeDocument/2006/relationships/slideLayout" Target="/ppt/slideLayouts/slideLayout14.xml" Id="R751498374bf64e11" /><Relationship Type="http://schemas.openxmlformats.org/officeDocument/2006/relationships/slideLayout" Target="/ppt/slideLayouts/slideLayout15.xml" Id="Rdf8613d500e94023" /><Relationship Type="http://schemas.openxmlformats.org/officeDocument/2006/relationships/slideLayout" Target="/ppt/slideLayouts/slideLayout16.xml" Id="Ra0134463bba54881" /><Relationship Type="http://schemas.openxmlformats.org/officeDocument/2006/relationships/slideLayout" Target="/ppt/slideLayouts/slideLayout17.xml" Id="Rb6a0a47db7634616" /><Relationship Type="http://schemas.openxmlformats.org/officeDocument/2006/relationships/slideLayout" Target="/ppt/slideLayouts/slideLayout18.xml" Id="R629a6b78849c46ae" /><Relationship Type="http://schemas.openxmlformats.org/officeDocument/2006/relationships/slideLayout" Target="/ppt/slideLayouts/slideLayout19.xml" Id="R95690f3d3bfd424c" /><Relationship Type="http://schemas.openxmlformats.org/officeDocument/2006/relationships/slideLayout" Target="/ppt/slideLayouts/slideLayout20.xml" Id="Rcb28cdb70c2643b5" /><Relationship Type="http://schemas.openxmlformats.org/officeDocument/2006/relationships/slideLayout" Target="/ppt/slideLayouts/slideLayout21.xml" Id="Ra08cc3b55a114b92" /><Relationship Type="http://schemas.openxmlformats.org/officeDocument/2006/relationships/slideLayout" Target="/ppt/slideLayouts/slideLayout22.xml" Id="Raca0f73de846497a" /><Relationship Type="http://schemas.openxmlformats.org/officeDocument/2006/relationships/slideLayout" Target="/ppt/slideLayouts/slideLayout23.xml" Id="R9c28a0c6a1c843f9" /><Relationship Type="http://schemas.openxmlformats.org/officeDocument/2006/relationships/slideLayout" Target="/ppt/slideLayouts/slideLayout24.xml" Id="Rbf68c650f5104b42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A36091CE-BEF7-4B3F-A6DB-A06E53AA4E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A8BAE327-76B9-45B3-B9B2-6583D5404E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31E5FCA3-0F9C-4EEE-ABF2-03CD39769A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cd8eaa40ff486f"/>
    <p:sldLayoutId xmlns:r="http://schemas.openxmlformats.org/officeDocument/2006/relationships" id="2147483650" r:id="Rcf0c73b202a54c3c"/>
    <p:sldLayoutId xmlns:r="http://schemas.openxmlformats.org/officeDocument/2006/relationships" id="2147483651" r:id="Ra4b624d8ba624af1"/>
    <p:sldLayoutId xmlns:r="http://schemas.openxmlformats.org/officeDocument/2006/relationships" id="2147483652" r:id="R6cc850d9ee464d4e"/>
    <p:sldLayoutId xmlns:r="http://schemas.openxmlformats.org/officeDocument/2006/relationships" id="2147483653" r:id="R5154cb7529524156"/>
    <p:sldLayoutId xmlns:r="http://schemas.openxmlformats.org/officeDocument/2006/relationships" id="2147483654" r:id="R05a21d2707d1462f"/>
    <p:sldLayoutId xmlns:r="http://schemas.openxmlformats.org/officeDocument/2006/relationships" id="2147483655" r:id="Rb42d861322a14e88"/>
    <p:sldLayoutId xmlns:r="http://schemas.openxmlformats.org/officeDocument/2006/relationships" id="2147483656" r:id="Rdf63b3b0879f4226"/>
    <p:sldLayoutId xmlns:r="http://schemas.openxmlformats.org/officeDocument/2006/relationships" id="2147483657" r:id="Rd2aed1ce8bb84823"/>
    <p:sldLayoutId xmlns:r="http://schemas.openxmlformats.org/officeDocument/2006/relationships" id="2147483658" r:id="R6349f6681e014f7d"/>
    <p:sldLayoutId xmlns:r="http://schemas.openxmlformats.org/officeDocument/2006/relationships" id="2147483659" r:id="R1addd81f8a584736"/>
    <p:sldLayoutId xmlns:r="http://schemas.openxmlformats.org/officeDocument/2006/relationships" id="2147483660" r:id="Refcafc86c46b4635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14">
            <a:extLst xmlns:a="http://schemas.openxmlformats.org/drawingml/2006/main">
              <a:ext uri="{FF2B5EF4-FFF2-40B4-BE49-F238E27FC236}">
                <a16:creationId xmlns:a16="http://schemas.microsoft.com/office/drawing/2014/main" id="{3EF3B38B-ECAA-4688-9F12-062DF40A63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2" r:id="Rbaef6f8bc48f42d7"/>
    <p:sldLayoutId xmlns:r="http://schemas.openxmlformats.org/officeDocument/2006/relationships" id="2147483663" r:id="R751498374bf64e11"/>
    <p:sldLayoutId xmlns:r="http://schemas.openxmlformats.org/officeDocument/2006/relationships" id="2147483664" r:id="Rdf8613d500e94023"/>
    <p:sldLayoutId xmlns:r="http://schemas.openxmlformats.org/officeDocument/2006/relationships" id="2147483665" r:id="Ra0134463bba54881"/>
    <p:sldLayoutId xmlns:r="http://schemas.openxmlformats.org/officeDocument/2006/relationships" id="2147483666" r:id="Rb6a0a47db7634616"/>
    <p:sldLayoutId xmlns:r="http://schemas.openxmlformats.org/officeDocument/2006/relationships" id="2147483667" r:id="R629a6b78849c46ae"/>
    <p:sldLayoutId xmlns:r="http://schemas.openxmlformats.org/officeDocument/2006/relationships" id="2147483668" r:id="R95690f3d3bfd424c"/>
    <p:sldLayoutId xmlns:r="http://schemas.openxmlformats.org/officeDocument/2006/relationships" id="2147483669" r:id="Rcb28cdb70c2643b5"/>
    <p:sldLayoutId xmlns:r="http://schemas.openxmlformats.org/officeDocument/2006/relationships" id="2147483670" r:id="Ra08cc3b55a114b92"/>
    <p:sldLayoutId xmlns:r="http://schemas.openxmlformats.org/officeDocument/2006/relationships" id="2147483671" r:id="Raca0f73de846497a"/>
    <p:sldLayoutId xmlns:r="http://schemas.openxmlformats.org/officeDocument/2006/relationships" id="2147483672" r:id="R9c28a0c6a1c843f9"/>
    <p:sldLayoutId xmlns:r="http://schemas.openxmlformats.org/officeDocument/2006/relationships" id="2147483673" r:id="Rbf68c650f5104b42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18e410769b1b482a" /><Relationship Type="http://schemas.openxmlformats.org/officeDocument/2006/relationships/image" Target="/ppt/media/image4.png" Id="Rd1f7f5bf209d43a5" /><Relationship Type="http://schemas.openxmlformats.org/officeDocument/2006/relationships/notesSlide" Target="/ppt/notesSlides/notesSlide1.xml" Id="Rf70998527aab41f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5f54c412e4974bdd" /><Relationship Type="http://schemas.openxmlformats.org/officeDocument/2006/relationships/notesSlide" Target="/ppt/notesSlides/notesSlide2.xml" Id="Rb1b0ba8f6dcb4f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2d236c3433b949a7" /><Relationship Type="http://schemas.openxmlformats.org/officeDocument/2006/relationships/image" Target="/ppt/media/image5.png" Id="Rabdf5b428222442c" /><Relationship Type="http://schemas.openxmlformats.org/officeDocument/2006/relationships/image" Target="/ppt/media/image6.png" Id="R63101db81bbd455a" /><Relationship Type="http://schemas.openxmlformats.org/officeDocument/2006/relationships/notesSlide" Target="/ppt/notesSlides/notesSlide3.xml" Id="R8a1813389a124d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b1ab1ce2da0d459e" /><Relationship Type="http://schemas.openxmlformats.org/officeDocument/2006/relationships/image" Target="/ppt/media/image7.png" Id="Rd9cfeeb5b2954171" /><Relationship Type="http://schemas.openxmlformats.org/officeDocument/2006/relationships/image" Target="/ppt/media/image3.png" Id="Rb7a1577ad6864784" /><Relationship Type="http://schemas.openxmlformats.org/officeDocument/2006/relationships/notesSlide" Target="/ppt/notesSlides/notesSlide4.xml" Id="R3f627d16849d44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2a3ee4f899fe4879" /><Relationship Type="http://schemas.openxmlformats.org/officeDocument/2006/relationships/image" Target="/ppt/media/image8.png" Id="Re51f01493c3f46a3" /><Relationship Type="http://schemas.openxmlformats.org/officeDocument/2006/relationships/notesSlide" Target="/ppt/notesSlides/notesSlide5.xml" Id="Rd0d2179c7c6a41f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92878935130b4c53" /><Relationship Type="http://schemas.openxmlformats.org/officeDocument/2006/relationships/notesSlide" Target="/ppt/notesSlides/notesSlide6.xml" Id="Rc52743e2e0c045a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Google Shape;119;p28">
            <a:extLst xmlns:a="http://schemas.openxmlformats.org/drawingml/2006/main">
              <a:ext uri="{FF2B5EF4-FFF2-40B4-BE49-F238E27FC236}">
                <a16:creationId xmlns:a16="http://schemas.microsoft.com/office/drawing/2014/main" id="{42EF0F85-DD33-48F2-9359-2AEC0D80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0775" y="2586700"/>
            <a:ext cx="3080700" cy="6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1650" tIns="61650" rIns="61650" bIns="6165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No One Left Behind</a:t>
            </a:r>
            <a:endParaRPr sz="24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  <p:pic>
        <p:nvPicPr>
          <p:cNvPr id="120" name="Google Shape;120;p28">
            <a:extLst xmlns:a="http://schemas.openxmlformats.org/drawingml/2006/main">
              <a:ext uri="{FF2B5EF4-FFF2-40B4-BE49-F238E27FC236}">
                <a16:creationId xmlns:a16="http://schemas.microsoft.com/office/drawing/2014/main" id="{EA227EC9-C222-4BFC-BC86-A957FBFE185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1f7f5bf209d43a5">
            <a:alphaModFix/>
          </a:blip>
          <a:srcRect xmlns:a="http://schemas.openxmlformats.org/drawingml/2006/main" l="0" t="27378" r="0" b="25727"/>
          <a:stretch xmlns:a="http://schemas.openxmlformats.org/drawingml/2006/main"/>
        </p:blipFill>
        <p:spPr>
          <a:xfrm xmlns:a="http://schemas.openxmlformats.org/drawingml/2006/main" rot="10800000" flipH="1">
            <a:off x="3586375" y="2509998"/>
            <a:ext cx="2276050" cy="6003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369582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aphicFrame>
        <p:nvGraphicFramePr>
          <p:cNvPr id="125" name="Google Shape;125;p29">
            <a:extLst xmlns:a="http://schemas.openxmlformats.org/drawingml/2006/main">
              <a:ext uri="{FF2B5EF4-FFF2-40B4-BE49-F238E27FC236}">
                <a16:creationId xmlns:a16="http://schemas.microsoft.com/office/drawing/2014/main" id="{F6E3DD25-276A-4950-B84E-10029503ADCC}"/>
              </a:ext>
            </a:extLst>
          </p:cNvPr>
          <p:cNvGraphicFramePr/>
          <p:nvPr/>
        </p:nvGraphicFramePr>
        <p:xfrm>
          <a:off xmlns:a="http://schemas.openxmlformats.org/drawingml/2006/main" x="577750" y="1357275"/>
          <a:ext xmlns:a="http://schemas.openxmlformats.org/drawingml/2006/main" cx="3000000" cy="3000000"/>
        </p:xfrm>
        <a:graphic xmlns:a="http://schemas.openxmlformats.org/drawingml/2006/main">
          <a:graphicData uri="http://schemas.openxmlformats.org/drawingml/2006/table">
            <a:tbl>
              <a:tblPr>
                <a:tableStyleId>{36CBF07F-845D-42DA-AEE9-C422CBFCC5D9}</a:tableStyleId>
              </a:tblPr>
              <a:tblGrid>
                <a:gridCol w="1352950"/>
                <a:gridCol w="1352950"/>
                <a:gridCol w="1238050"/>
                <a:gridCol w="1467825"/>
                <a:gridCol w="1352950"/>
                <a:gridCol w="1352950"/>
              </a:tblGrid>
              <a:tr h="399675"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NAME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EMAIL</a:t>
                      </a:r>
                      <a:endParaRPr sz="800" b="1"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PHONE</a:t>
                      </a:r>
                      <a:endParaRPr sz="800" b="1"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FILMING AVAILABILITY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28575" marR="28575" marT="19050" marB="19050" anchor="ctr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PROJECT SHARING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28575" marR="28575" marT="19050" marB="19050" anchor="ctr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SHARE WITH</a:t>
                      </a:r>
                      <a:endParaRPr sz="600"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Julian Diaz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juliand.odiaz@gmail.com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 i="1"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Hossein Rahmani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rahmani.hossein1380@gmail.com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Himanshu Jha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himanshu2007jha@gmail.com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Frontend Lead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student-01-b08d8ba1c5d4@qwiklabs.net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role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Product / story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Agent / backend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Data / validation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UI / testing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Shared repo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Project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Florida Adaptive Evacuation Readiness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Lee County, FL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Agents for Impact 2026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GitHub link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Video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Under 3 minutes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Screen share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recording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Submit with deck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Qwiklabs link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Ready to confirm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Phone: confirm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Availability: confirm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Repo sharing: 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Contacts above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6" name="Google Shape;126;p29">
            <a:extLst xmlns:a="http://schemas.openxmlformats.org/drawingml/2006/main">
              <a:ext uri="{FF2B5EF4-FFF2-40B4-BE49-F238E27FC236}">
                <a16:creationId xmlns:a16="http://schemas.microsoft.com/office/drawing/2014/main" id="{DF412B96-B233-4B34-9BA6-4C91DAAE30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27" name="Google Shape;127;p29">
            <a:extLst xmlns:a="http://schemas.openxmlformats.org/drawingml/2006/main">
              <a:ext uri="{FF2B5EF4-FFF2-40B4-BE49-F238E27FC236}">
                <a16:creationId xmlns:a16="http://schemas.microsoft.com/office/drawing/2014/main" id="{07D77F2E-7060-403B-B733-EC16203F2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5450" y="567011"/>
            <a:ext cx="5330100" cy="68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Filming Availability: </a:t>
            </a:r>
            <a:r>
              <a:rPr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Should your team be selected as the winner, indicate if and when you are able to return to the Opera House between 1-4PM on 10/21 to film a team pitch of your project. 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Project Sharing: </a:t>
            </a:r>
            <a:r>
              <a:rPr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Mark “yes” if you are OK with us sharing what you built with your team at work.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Share With: </a:t>
            </a:r>
            <a:r>
              <a:rPr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If “yes” to the above, is there anyone specific you’d like us to share it with at work?  Provide email(s).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</p:spTree>
    <p:extLst>
      <p:ext uri="{BB962C8B-B14F-4D97-AF65-F5344CB8AC3E}">
        <p14:creationId xmlns:p14="http://schemas.microsoft.com/office/powerpoint/2010/main" val="12112008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2" name="Google Shape;132;p30">
            <a:extLst xmlns:a="http://schemas.openxmlformats.org/drawingml/2006/main">
              <a:ext uri="{FF2B5EF4-FFF2-40B4-BE49-F238E27FC236}">
                <a16:creationId xmlns:a16="http://schemas.microsoft.com/office/drawing/2014/main" id="{6F5581B3-A7CC-482C-83F1-0EAB3451E3D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33" name="Google Shape;133;p30">
            <a:extLst xmlns:a="http://schemas.openxmlformats.org/drawingml/2006/main">
              <a:ext uri="{FF2B5EF4-FFF2-40B4-BE49-F238E27FC236}">
                <a16:creationId xmlns:a16="http://schemas.microsoft.com/office/drawing/2014/main" id="{2C4681F8-E7C7-4289-A460-137FF5C4E3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bdf5b428222442c">
            <a:alphaModFix/>
          </a:blip>
          <a:srcRect xmlns:a="http://schemas.openxmlformats.org/drawingml/2006/main" l="36213" t="0" r="362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774475" y="471199"/>
            <a:ext cx="1003551" cy="2048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4" name="Google Shape;134;p30">
            <a:extLst xmlns:a="http://schemas.openxmlformats.org/drawingml/2006/main">
              <a:ext uri="{FF2B5EF4-FFF2-40B4-BE49-F238E27FC236}">
                <a16:creationId xmlns:a16="http://schemas.microsoft.com/office/drawing/2014/main" id="{6D86BA02-69CA-454C-A85E-8B49FB20EE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101db81bbd455a">
            <a:alphaModFix/>
          </a:blip>
          <a:srcRect xmlns:a="http://schemas.openxmlformats.org/drawingml/2006/main" l="32349" t="0" r="40091" b="0"/>
          <a:stretch xmlns:a="http://schemas.openxmlformats.org/drawingml/2006/main"/>
        </p:blipFill>
        <p:spPr>
          <a:xfrm xmlns:a="http://schemas.openxmlformats.org/drawingml/2006/main" rot="10800000">
            <a:off x="6382750" y="506306"/>
            <a:ext cx="1003551" cy="2048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12C71FD6-1BA8-4946-89CB-E13A7B2C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724150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>
                <a:solidFill>
                  <a:srgbClr val="FFFFFF"/>
                </a:solidFill>
              </a:defRPr>
            </a:defPPr>
            <a:lvl1pPr algn="ctr">
              <a:defRPr sz="975">
                <a:solidFill>
                  <a:srgbClr val="FFFFFF"/>
                </a:solidFill>
              </a:defRPr>
            </a:lvl1pPr>
            <a:lvl2pPr algn="ctr">
              <a:defRPr sz="975">
                <a:solidFill>
                  <a:srgbClr val="FFFFFF"/>
                </a:solidFill>
              </a:defRPr>
            </a:lvl2pPr>
            <a:lvl3pPr algn="ctr">
              <a:defRPr sz="975">
                <a:solidFill>
                  <a:srgbClr val="FFFFFF"/>
                </a:solidFill>
              </a:defRPr>
            </a:lvl3pPr>
            <a:lvl4pPr algn="ctr">
              <a:defRPr sz="975">
                <a:solidFill>
                  <a:srgbClr val="FFFFFF"/>
                </a:solidFill>
              </a:defRPr>
            </a:lvl4pPr>
            <a:lvl5pPr algn="ctr">
              <a:defRPr sz="975">
                <a:solidFill>
                  <a:srgbClr val="FFFFFF"/>
                </a:solidFill>
              </a:defRPr>
            </a:lvl5pPr>
            <a:lvl6pPr algn="ctr">
              <a:defRPr sz="975">
                <a:solidFill>
                  <a:srgbClr val="FFFFFF"/>
                </a:solidFill>
              </a:defRPr>
            </a:lvl6pPr>
            <a:lvl7pPr algn="ctr">
              <a:defRPr sz="975">
                <a:solidFill>
                  <a:srgbClr val="FFFFFF"/>
                </a:solidFill>
              </a:defRPr>
            </a:lvl7pPr>
            <a:lvl8pPr algn="ctr">
              <a:defRPr sz="975">
                <a:solidFill>
                  <a:srgbClr val="FFFFFF"/>
                </a:solidFill>
              </a:defRPr>
            </a:lvl8pPr>
            <a:lvl9pPr algn="ctr">
              <a:defRPr sz="97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Lee County needs a pre-landfall plan for residents who cannot self-evacuate.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After Ian, the median age of people who died was in the seventies. 3,840 households lack a vehicle. 1,420 residents depend on medical power.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The county and its community partners need one shared plan.</a:t>
            </a:r>
          </a:p>
        </p:txBody>
      </p:sp>
    </p:spTree>
    <p:extLst>
      <p:ext uri="{BB962C8B-B14F-4D97-AF65-F5344CB8AC3E}">
        <p14:creationId xmlns:p14="http://schemas.microsoft.com/office/powerpoint/2010/main" val="11095480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31">
            <a:extLst xmlns:a="http://schemas.openxmlformats.org/drawingml/2006/main">
              <a:ext uri="{FF2B5EF4-FFF2-40B4-BE49-F238E27FC236}">
                <a16:creationId xmlns:a16="http://schemas.microsoft.com/office/drawing/2014/main" id="{10647788-94A5-4727-8152-077DBEBB35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42" name="Google Shape;142;p31">
            <a:extLst xmlns:a="http://schemas.openxmlformats.org/drawingml/2006/main">
              <a:ext uri="{FF2B5EF4-FFF2-40B4-BE49-F238E27FC236}">
                <a16:creationId xmlns:a16="http://schemas.microsoft.com/office/drawing/2014/main" id="{7FE1CB96-23B4-460A-AD3E-631FAF3A13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cfeeb5b2954171">
            <a:alphaModFix/>
          </a:blip>
          <a:srcRect xmlns:a="http://schemas.openxmlformats.org/drawingml/2006/main" l="27525" t="0" r="275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0" y="1225522"/>
            <a:ext cx="1936451" cy="269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3" name="Google Shape;143;p31">
            <a:extLst xmlns:a="http://schemas.openxmlformats.org/drawingml/2006/main">
              <a:ext uri="{FF2B5EF4-FFF2-40B4-BE49-F238E27FC236}">
                <a16:creationId xmlns:a16="http://schemas.microsoft.com/office/drawing/2014/main" id="{9F260CB4-FD85-439F-AA75-022A2E1AA6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a1577ad686478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7550" y="1225522"/>
            <a:ext cx="1936451" cy="269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39191303-37A4-48D4-B426-B62158F1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71750"/>
            <a:ext cx="4286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>
                <a:solidFill>
                  <a:srgbClr val="FFFFFF"/>
                </a:solidFill>
              </a:defRPr>
            </a:defPPr>
            <a:lvl1pPr algn="ctr">
              <a:defRPr sz="975">
                <a:solidFill>
                  <a:srgbClr val="FFFFFF"/>
                </a:solidFill>
              </a:defRPr>
            </a:lvl1pPr>
            <a:lvl2pPr algn="ctr">
              <a:defRPr sz="975">
                <a:solidFill>
                  <a:srgbClr val="FFFFFF"/>
                </a:solidFill>
              </a:defRPr>
            </a:lvl2pPr>
            <a:lvl3pPr algn="ctr">
              <a:defRPr sz="975">
                <a:solidFill>
                  <a:srgbClr val="FFFFFF"/>
                </a:solidFill>
              </a:defRPr>
            </a:lvl3pPr>
            <a:lvl4pPr algn="ctr">
              <a:defRPr sz="975">
                <a:solidFill>
                  <a:srgbClr val="FFFFFF"/>
                </a:solidFill>
              </a:defRPr>
            </a:lvl4pPr>
            <a:lvl5pPr algn="ctr">
              <a:defRPr sz="975">
                <a:solidFill>
                  <a:srgbClr val="FFFFFF"/>
                </a:solidFill>
              </a:defRPr>
            </a:lvl5pPr>
            <a:lvl6pPr algn="ctr">
              <a:defRPr sz="975">
                <a:solidFill>
                  <a:srgbClr val="FFFFFF"/>
                </a:solidFill>
              </a:defRPr>
            </a:lvl6pPr>
            <a:lvl7pPr algn="ctr">
              <a:defRPr sz="975">
                <a:solidFill>
                  <a:srgbClr val="FFFFFF"/>
                </a:solidFill>
              </a:defRPr>
            </a:lvl7pPr>
            <a:lvl8pPr algn="ctr">
              <a:defRPr sz="975">
                <a:solidFill>
                  <a:srgbClr val="FFFFFF"/>
                </a:solidFill>
              </a:defRPr>
            </a:lvl8pPr>
            <a:lvl9pPr algn="ctr">
              <a:defRPr sz="97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Our Agent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The planner asks about risk. The agent ranks vulnerable tracts, finds nearby outreach hubs, grounds shelter places with Google Maps, and sends unknowns to human partners.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Outcome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A county brief with a priority zone, a destination, a backup, and a path to recruit peers.</a:t>
            </a:r>
          </a:p>
        </p:txBody>
      </p:sp>
    </p:spTree>
    <p:extLst>
      <p:ext uri="{BB962C8B-B14F-4D97-AF65-F5344CB8AC3E}">
        <p14:creationId xmlns:p14="http://schemas.microsoft.com/office/powerpoint/2010/main" val="7389466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32">
            <a:extLst xmlns:a="http://schemas.openxmlformats.org/drawingml/2006/main">
              <a:ext uri="{FF2B5EF4-FFF2-40B4-BE49-F238E27FC236}">
                <a16:creationId xmlns:a16="http://schemas.microsoft.com/office/drawing/2014/main" id="{67F4B9F6-9CA8-4357-A23E-DECCD553D0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50" name="Google Shape;150;p32">
            <a:extLst xmlns:a="http://schemas.openxmlformats.org/drawingml/2006/main">
              <a:ext uri="{FF2B5EF4-FFF2-40B4-BE49-F238E27FC236}">
                <a16:creationId xmlns:a16="http://schemas.microsoft.com/office/drawing/2014/main" id="{88F66346-1DA3-411A-A330-F46FBA7477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1f01493c3f46a3">
            <a:alphaModFix/>
          </a:blip>
          <a:srcRect xmlns:a="http://schemas.openxmlformats.org/drawingml/2006/main" l="0" t="34044" r="0" b="340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175675" y="519496"/>
            <a:ext cx="4769550" cy="951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59B0926A-853D-4BFA-91A7-7E343F6B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7429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>
                <a:solidFill>
                  <a:srgbClr val="FFFFFF"/>
                </a:solidFill>
              </a:defRPr>
            </a:defPPr>
            <a:lvl1pPr algn="l">
              <a:defRPr sz="975">
                <a:solidFill>
                  <a:srgbClr val="FFFFFF"/>
                </a:solidFill>
              </a:defRPr>
            </a:lvl1pPr>
            <a:lvl2pPr algn="l">
              <a:defRPr sz="975">
                <a:solidFill>
                  <a:srgbClr val="FFFFFF"/>
                </a:solidFill>
              </a:defRPr>
            </a:lvl2pPr>
            <a:lvl3pPr algn="l">
              <a:defRPr sz="975">
                <a:solidFill>
                  <a:srgbClr val="FFFFFF"/>
                </a:solidFill>
              </a:defRPr>
            </a:lvl3pPr>
            <a:lvl4pPr algn="l">
              <a:defRPr sz="975">
                <a:solidFill>
                  <a:srgbClr val="FFFFFF"/>
                </a:solidFill>
              </a:defRPr>
            </a:lvl4pPr>
            <a:lvl5pPr algn="l">
              <a:defRPr sz="975">
                <a:solidFill>
                  <a:srgbClr val="FFFFFF"/>
                </a:solidFill>
              </a:defRPr>
            </a:lvl5pPr>
            <a:lvl6pPr algn="l">
              <a:defRPr sz="975">
                <a:solidFill>
                  <a:srgbClr val="FFFFFF"/>
                </a:solidFill>
              </a:defRPr>
            </a:lvl6pPr>
            <a:lvl7pPr algn="l">
              <a:defRPr sz="975">
                <a:solidFill>
                  <a:srgbClr val="FFFFFF"/>
                </a:solidFill>
              </a:defRPr>
            </a:lvl7pPr>
            <a:lvl8pPr algn="l">
              <a:defRPr sz="975">
                <a:solidFill>
                  <a:srgbClr val="FFFFFF"/>
                </a:solidFill>
              </a:defRPr>
            </a:lvl8pPr>
            <a:lvl9pPr algn="l">
              <a:defRPr sz="97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Sources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BigQuery gold tables: vulnerability, shelters, power dependence, and hazard exposure.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Google Maps grounding: places and routing check whether registered facilities still exist.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Community partners validate accessibility and operations in person.</a:t>
            </a:r>
          </a:p>
        </p:txBody>
      </p:sp>
    </p:spTree>
    <p:extLst>
      <p:ext uri="{BB962C8B-B14F-4D97-AF65-F5344CB8AC3E}">
        <p14:creationId xmlns:p14="http://schemas.microsoft.com/office/powerpoint/2010/main" val="17951226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5" name="Google Shape;155;p33">
            <a:extLst xmlns:a="http://schemas.openxmlformats.org/drawingml/2006/main">
              <a:ext uri="{FF2B5EF4-FFF2-40B4-BE49-F238E27FC236}">
                <a16:creationId xmlns:a16="http://schemas.microsoft.com/office/drawing/2014/main" id="{561ABFB2-E5EB-405D-A43A-8DD53642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00" y="2019250"/>
            <a:ext cx="4605300" cy="224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>
              <a:defRPr sz="1050">
                <a:solidFill>
                  <a:srgbClr val="FFFFFF"/>
                </a:solidFill>
              </a:defRPr>
            </a:defPPr>
            <a:lvl1pPr>
              <a:defRPr sz="1050">
                <a:solidFill>
                  <a:srgbClr val="FFFFFF"/>
                </a:solidFill>
              </a:defRPr>
            </a:lvl1pPr>
            <a:lvl2pPr>
              <a:defRPr sz="1050">
                <a:solidFill>
                  <a:srgbClr val="FFFFFF"/>
                </a:solidFill>
              </a:defRPr>
            </a:lvl2pPr>
            <a:lvl3pPr>
              <a:defRPr sz="1050">
                <a:solidFill>
                  <a:srgbClr val="FFFFFF"/>
                </a:solidFill>
              </a:defRPr>
            </a:lvl3pPr>
            <a:lvl4pPr>
              <a:defRPr sz="1050">
                <a:solidFill>
                  <a:srgbClr val="FFFFFF"/>
                </a:solidFill>
              </a:defRPr>
            </a:lvl4pPr>
            <a:lvl5pPr>
              <a:defRPr sz="1050">
                <a:solidFill>
                  <a:srgbClr val="FFFFFF"/>
                </a:solidFill>
              </a:defRPr>
            </a:lvl5pPr>
            <a:lvl6pPr>
              <a:defRPr sz="1050">
                <a:solidFill>
                  <a:srgbClr val="FFFFFF"/>
                </a:solidFill>
              </a:defRPr>
            </a:lvl6pPr>
            <a:lvl7pPr>
              <a:defRPr sz="1050">
                <a:solidFill>
                  <a:srgbClr val="FFFFFF"/>
                </a:solidFill>
              </a:defRPr>
            </a:lvl7pPr>
            <a:lvl8pPr>
              <a:defRPr sz="1050">
                <a:solidFill>
                  <a:srgbClr val="FFFFFF"/>
                </a:solidFill>
              </a:defRPr>
            </a:lvl8pPr>
            <a:lvl9pPr>
              <a:defRPr sz="105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Prototype Architecture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Emergency manager → React command center → ADK agent with Gemini 3.x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  <a:defRPr sz="1050">
                <a:solidFill>
                  <a:srgbClr val="FFFFFF"/>
                </a:solidFill>
              </a:defRPr>
            </a:pPr>
            <a:r>
              <a:rPr sz="1050">
                <a:solidFill>
                  <a:srgbClr val="FFFFFF"/>
                </a:solidFill>
                <a:latin typeface="Google Sans Flex Medium"/>
                <a:ea typeface="Google Sans Flex Medium"/>
                <a:cs typeface="Google Sans Flex Medium"/>
              </a:rPr>
              <a:t>BigQuery ranks risk and shelter options. Google Maps grounds places and routes. Community partners recruit peers and validate unknowns. The agent produces the Readiness Brief.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156" name="Google Shape;156;p33">
            <a:extLst xmlns:a="http://schemas.openxmlformats.org/drawingml/2006/main">
              <a:ext uri="{FF2B5EF4-FFF2-40B4-BE49-F238E27FC236}">
                <a16:creationId xmlns:a16="http://schemas.microsoft.com/office/drawing/2014/main" id="{AAB651F6-4490-4D9A-816E-1D9FA4CA3F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57" name="Google Shape;157;p33">
            <a:extLst xmlns:a="http://schemas.openxmlformats.org/drawingml/2006/main">
              <a:ext uri="{FF2B5EF4-FFF2-40B4-BE49-F238E27FC236}">
                <a16:creationId xmlns:a16="http://schemas.microsoft.com/office/drawing/2014/main" id="{63FA2280-116A-4052-8F79-B8715818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666" y="509013"/>
            <a:ext cx="855600" cy="131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0">
                <a:solidFill>
                  <a:srgbClr val="F8F8F8"/>
                </a:solidFill>
                <a:latin typeface="Google Sans Flex Thin"/>
                <a:ea typeface="Google Sans Flex Thin"/>
                <a:cs typeface="Google Sans Flex Thin"/>
              </a:rPr>
              <a:t>(</a:t>
            </a:r>
            <a:endParaRPr sz="9000">
              <a:solidFill>
                <a:srgbClr val="F8F8F8"/>
              </a:solidFill>
              <a:latin typeface="Google Sans Flex Thin"/>
              <a:ea typeface="Google Sans Flex Thin"/>
              <a:cs typeface="Google Sans Flex Thin"/>
            </a:endParaRPr>
          </a:p>
        </p:txBody>
      </p:sp>
      <p:sp>
        <p:nvSpPr>
          <p:cNvPr id="158" name="Google Shape;158;p33">
            <a:extLst xmlns:a="http://schemas.openxmlformats.org/drawingml/2006/main">
              <a:ext uri="{FF2B5EF4-FFF2-40B4-BE49-F238E27FC236}">
                <a16:creationId xmlns:a16="http://schemas.microsoft.com/office/drawing/2014/main" id="{EE59D1BE-FBDD-4149-AC00-A8CC112F2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3230216" y="585213"/>
            <a:ext cx="855600" cy="131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0">
                <a:solidFill>
                  <a:srgbClr val="F8F8F8"/>
                </a:solidFill>
                <a:latin typeface="Google Sans Flex Thin"/>
                <a:ea typeface="Google Sans Flex Thin"/>
                <a:cs typeface="Google Sans Flex Thin"/>
              </a:rPr>
              <a:t>(</a:t>
            </a:r>
            <a:endParaRPr sz="9000">
              <a:solidFill>
                <a:srgbClr val="F8F8F8"/>
              </a:solidFill>
              <a:latin typeface="Google Sans Flex Thin"/>
              <a:ea typeface="Google Sans Flex Thin"/>
              <a:cs typeface="Google Sans Flex Thin"/>
            </a:endParaRPr>
          </a:p>
        </p:txBody>
      </p:sp>
    </p:spTree>
    <p:extLst>
      <p:ext uri="{BB962C8B-B14F-4D97-AF65-F5344CB8AC3E}">
        <p14:creationId xmlns:p14="http://schemas.microsoft.com/office/powerpoint/2010/main" val="909840353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2026-10-20T20:27:02.2900000Z</dcterms:created>
  <dcterms:modified xsi:type="dcterms:W3CDTF">2026-10-20T20:27:02.2900000Z</dcterms:modified>
</coreProperties>
</file>