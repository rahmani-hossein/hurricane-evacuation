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7d236068ad4369" /><Relationship Type="http://schemas.openxmlformats.org/officeDocument/2006/relationships/extended-properties" Target="/docProps/app.xml" Id="R1dd92887706f4388" /><Relationship Type="http://schemas.openxmlformats.org/officeDocument/2006/relationships/officeDocument" Target="/ppt/presentation.xml" Id="R5b9683eb94ea453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6f1bd78b80346df"/>
    <p:sldMasterId xmlns:r="http://schemas.openxmlformats.org/officeDocument/2006/relationships" id="2147483661" r:id="R3f2c413b602444d9"/>
  </p:sldMasterIdLst>
  <p:notesMasterIdLst>
    <p:notesMasterId xmlns:r="http://schemas.openxmlformats.org/officeDocument/2006/relationships" r:id="R9e962d18124a48d6"/>
  </p:notesMasterIdLst>
  <p:sldIdLst>
    <p:sldId xmlns:r="http://schemas.openxmlformats.org/officeDocument/2006/relationships" id="256" r:id="Rd6b36dd6821c4b66"/>
    <p:sldId xmlns:r="http://schemas.openxmlformats.org/officeDocument/2006/relationships" id="257" r:id="R60c96d153886421a"/>
    <p:sldId xmlns:r="http://schemas.openxmlformats.org/officeDocument/2006/relationships" id="258" r:id="R75ad02af97f04fb7"/>
    <p:sldId xmlns:r="http://schemas.openxmlformats.org/officeDocument/2006/relationships" id="259" r:id="R7e422ef4300f4b68"/>
    <p:sldId xmlns:r="http://schemas.openxmlformats.org/officeDocument/2006/relationships" id="260" r:id="Re487edaf1d554d57"/>
    <p:sldId xmlns:r="http://schemas.openxmlformats.org/officeDocument/2006/relationships" id="261" r:id="R8a8c01b908304fca"/>
  </p:sldIdLst>
  <p:sldSz cx="9144000" cy="5143500"/>
  <p:notesSz cx="6858000" cy="9144000"/>
  <p:embeddedFontLst>
    <p:embeddedFont>
      <p:font typeface="Google Sans"/>
      <p:regular xmlns:r="http://schemas.openxmlformats.org/officeDocument/2006/relationships" r:id="R5cb12225526946c9"/>
      <p:bold xmlns:r="http://schemas.openxmlformats.org/officeDocument/2006/relationships" r:id="R32fe065d887f4b18"/>
      <p:italic xmlns:r="http://schemas.openxmlformats.org/officeDocument/2006/relationships" r:id="R58fde0c9027b4e6d"/>
      <p:boldItalic xmlns:r="http://schemas.openxmlformats.org/officeDocument/2006/relationships" r:id="R0f0849181d1a4de0"/>
    </p:embeddedFont>
    <p:embeddedFont>
      <p:font typeface="Google Sans Flex Medium"/>
      <p:regular xmlns:r="http://schemas.openxmlformats.org/officeDocument/2006/relationships" r:id="R71e563e53ad344d5"/>
      <p:bold xmlns:r="http://schemas.openxmlformats.org/officeDocument/2006/relationships" r:id="R625329a586f9418a"/>
    </p:embeddedFont>
    <p:embeddedFont>
      <p:font typeface="Google Sans Flex"/>
      <p:regular xmlns:r="http://schemas.openxmlformats.org/officeDocument/2006/relationships" r:id="Rf8c37205a6b84039"/>
      <p:bold xmlns:r="http://schemas.openxmlformats.org/officeDocument/2006/relationships" r:id="Rde85bec5911048ba"/>
    </p:embeddedFont>
    <p:embeddedFont>
      <p:font typeface="Google Sans Flex Thin"/>
      <p:regular xmlns:r="http://schemas.openxmlformats.org/officeDocument/2006/relationships" r:id="R862a0b5469cf4744"/>
      <p:bold xmlns:r="http://schemas.openxmlformats.org/officeDocument/2006/relationships" r:id="R3357a6ee258846b5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36CBF07F-845D-42DA-AEE9-C422CBFCC5D9}">
  <a:tblStyle styleId="{36CBF07F-845D-42DA-AEE9-C422CBFCC5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a6a51762644c58" /><Relationship Type="http://schemas.openxmlformats.org/officeDocument/2006/relationships/slideMaster" Target="/ppt/slideMasters/slideMaster1.xml" Id="Rb6f1bd78b80346df" /><Relationship Type="http://schemas.openxmlformats.org/officeDocument/2006/relationships/slideMaster" Target="/ppt/slideMasters/slideMaster2.xml" Id="R3f2c413b602444d9" /><Relationship Type="http://schemas.openxmlformats.org/officeDocument/2006/relationships/notesMaster" Target="/ppt/notesMasters/notesMaster1.xml" Id="R9e962d18124a48d6" /><Relationship Type="http://schemas.openxmlformats.org/officeDocument/2006/relationships/presProps" Target="/ppt/presProps.xml" Id="R647d38328eda450f" /><Relationship Type="http://schemas.openxmlformats.org/officeDocument/2006/relationships/viewProps" Target="/ppt/viewProps.xml" Id="R7ca7055a759a4c0f" /><Relationship Type="http://schemas.openxmlformats.org/officeDocument/2006/relationships/tableStyles" Target="/ppt/tableStyles.xml" Id="R1fa95f2a5b054023" /><Relationship Type="http://schemas.openxmlformats.org/officeDocument/2006/relationships/font" Target="/ppt/fonts/font.dat" Id="R5cb12225526946c9" /><Relationship Type="http://schemas.openxmlformats.org/officeDocument/2006/relationships/font" Target="/ppt/fonts/font2.dat" Id="R32fe065d887f4b18" /><Relationship Type="http://schemas.openxmlformats.org/officeDocument/2006/relationships/font" Target="/ppt/fonts/font3.dat" Id="R58fde0c9027b4e6d" /><Relationship Type="http://schemas.openxmlformats.org/officeDocument/2006/relationships/font" Target="/ppt/fonts/font4.dat" Id="R0f0849181d1a4de0" /><Relationship Type="http://schemas.openxmlformats.org/officeDocument/2006/relationships/font" Target="/ppt/fonts/font5.dat" Id="R71e563e53ad344d5" /><Relationship Type="http://schemas.openxmlformats.org/officeDocument/2006/relationships/font" Target="/ppt/fonts/font6.dat" Id="R625329a586f9418a" /><Relationship Type="http://schemas.openxmlformats.org/officeDocument/2006/relationships/font" Target="/ppt/fonts/font7.dat" Id="Rf8c37205a6b84039" /><Relationship Type="http://schemas.openxmlformats.org/officeDocument/2006/relationships/font" Target="/ppt/fonts/font8.dat" Id="Rde85bec5911048ba" /><Relationship Type="http://schemas.openxmlformats.org/officeDocument/2006/relationships/font" Target="/ppt/fonts/font9.dat" Id="R862a0b5469cf4744" /><Relationship Type="http://schemas.openxmlformats.org/officeDocument/2006/relationships/font" Target="/ppt/fonts/font10.dat" Id="R3357a6ee258846b5" /><Relationship Type="http://schemas.openxmlformats.org/officeDocument/2006/relationships/slide" Target="/ppt/slides/slide1.xml" Id="Rd6b36dd6821c4b66" /><Relationship Type="http://schemas.openxmlformats.org/officeDocument/2006/relationships/slide" Target="/ppt/slides/slide2.xml" Id="R60c96d153886421a" /><Relationship Type="http://schemas.openxmlformats.org/officeDocument/2006/relationships/slide" Target="/ppt/slides/slide3.xml" Id="R75ad02af97f04fb7" /><Relationship Type="http://schemas.openxmlformats.org/officeDocument/2006/relationships/slide" Target="/ppt/slides/slide4.xml" Id="R7e422ef4300f4b68" /><Relationship Type="http://schemas.openxmlformats.org/officeDocument/2006/relationships/slide" Target="/ppt/slides/slide5.xml" Id="Re487edaf1d554d57" /><Relationship Type="http://schemas.openxmlformats.org/officeDocument/2006/relationships/slide" Target="/ppt/slides/slide6.xml" Id="R8a8c01b908304f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42d24b3a7a9f4c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4cefaf85a44690" /><Relationship Type="http://schemas.openxmlformats.org/officeDocument/2006/relationships/notesMaster" Target="/ppt/notesMasters/notesMaster1.xml" Id="R35f06e9e99ff4c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df9ea10fdc4666" /><Relationship Type="http://schemas.openxmlformats.org/officeDocument/2006/relationships/notesMaster" Target="/ppt/notesMasters/notesMaster1.xml" Id="Rd626a5926ff74c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4beb0e77a84309" /><Relationship Type="http://schemas.openxmlformats.org/officeDocument/2006/relationships/notesMaster" Target="/ppt/notesMasters/notesMaster1.xml" Id="R86b3b739bc5e4d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75d7608a194c07" /><Relationship Type="http://schemas.openxmlformats.org/officeDocument/2006/relationships/notesMaster" Target="/ppt/notesMasters/notesMaster1.xml" Id="Re4ed664843bf4f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a03f1223fd43dd" /><Relationship Type="http://schemas.openxmlformats.org/officeDocument/2006/relationships/notesMaster" Target="/ppt/notesMasters/notesMaster1.xml" Id="Rde8b3f9f95c64d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e347e9ba304a1d" /><Relationship Type="http://schemas.openxmlformats.org/officeDocument/2006/relationships/notesMaster" Target="/ppt/notesMasters/notesMaster1.xml" Id="R15b1d2c3c89f47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cd10eba6074369" /><Relationship Type="http://schemas.openxmlformats.org/officeDocument/2006/relationships/image" Target="/ppt/media/image.png" Id="R557e75b1d37d47a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febe00f35344c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4be1811a524f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661a377ce044c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d989b9ec3543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3fc8634f2b458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71ac1d30d040e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70b0dc98fb4c0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2a3565125348d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dca77e0cc1451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7cd4e69900478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41870d652042d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b675248ea164819" /><Relationship Type="http://schemas.openxmlformats.org/officeDocument/2006/relationships/image" Target="/ppt/media/image2.png" Id="Rd40c0cc67f5a4e5b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8a71ba7e31f43eb" /><Relationship Type="http://schemas.openxmlformats.org/officeDocument/2006/relationships/image" Target="/ppt/media/image.png" Id="Rf54f230f8ed7424f" /><Relationship Type="http://schemas.openxmlformats.org/officeDocument/2006/relationships/image" Target="/ppt/media/image3.png" Id="Rac9680e84a0848b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5c13f3a34414190" /><Relationship Type="http://schemas.openxmlformats.org/officeDocument/2006/relationships/image" Target="/ppt/media/image.png" Id="R95076743db2b4fa7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b99ad4452dd4f83" /><Relationship Type="http://schemas.openxmlformats.org/officeDocument/2006/relationships/image" Target="/ppt/media/image.png" Id="Rc800698af8f843b0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5e99f9bf3f84497" /><Relationship Type="http://schemas.openxmlformats.org/officeDocument/2006/relationships/image" Target="/ppt/media/image.png" Id="Rfc149e7dcd5f4dbd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29f9ece2dfa41ad" /><Relationship Type="http://schemas.openxmlformats.org/officeDocument/2006/relationships/image" Target="/ppt/media/image.png" Id="R4e38cf7c10874264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fea12c092b045d8" /><Relationship Type="http://schemas.openxmlformats.org/officeDocument/2006/relationships/image" Target="/ppt/media/image.png" Id="R326505050e2942ab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f2ebb67c35f4ef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df5e476fe2f49c3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053a9544f904a22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57b311ea1864af4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4a6510207bc4746" /></Relationships>
</file>

<file path=ppt/slideLayouts/slideLayout1.xml><?xml version="1.0" encoding="utf-8"?>
<p:sldLayout xmlns:p="http://schemas.openxmlformats.org/presentationml/2006/main" matchingName="Title slide" type="title">
  <p:cSld name="TITLE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ED8F55F-DD6C-4AB5-8DF6-207A8CD85C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F6B84F9D-1F59-47FF-B051-876B99474C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e75b1d37d47a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4D899D6C-E616-4CAA-8CE9-52650F3B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91A40227-36DC-4E9E-80EF-7AC99A068B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D2A8D5-F304-4AE3-8162-F89B80CBE2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9414AA11-0D55-43D2-A313-4550458F4C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09F318F7-3861-4A36-AE36-01825DB10B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ED35859-3450-4425-9806-29F7D690D4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B0700EF1-EC01-4545-B9FE-67B3A31414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1D155A5E-8730-41CB-A141-80CC859252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207941FA-66C0-4B55-8102-855625594A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7447A80F-CACA-43F2-9B92-A5D789CC4D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E56662DE-36D4-49C8-AFDD-1E579F3FD3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CD6A71B5-1C1A-4DD5-963D-CDDCD922E4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06B20D65-B15B-4D22-9664-566A91396E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15A039F0-A104-4F2E-9E48-9901CFB2A2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88FACF89-5D8F-4198-BF4B-9F104695C7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CEB4B9EE-CBAC-4EF8-BEE5-E7BD54107C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476C7CDA-FCE1-42CB-85B4-C3A5313849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C44B5D6E-FA77-4146-8D1E-E5921EE4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4D6BC4A5-8A1F-4932-B0E3-4AB9EAAA90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628B307D-DEF9-46A8-8C04-B870C377D19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0E0F24E1-6ED9-40D5-B634-8092F1C62A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690FDA11-CFBB-425D-BFD2-6377DE3AAD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890C7F20-7714-41BD-BEFB-5AE4F1385C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259FEF88-941A-4480-A5A1-377E039928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796C0501-87DE-43A0-8AB2-11BA8A06DFD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BB468006-452F-47AE-BBC3-C716387B73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60AFDB4F-ACE2-450F-AB90-619B0328A0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15EB3361-C8B0-4954-B56E-4EE1CE671D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DEB10408-B152-4CB9-8856-22A29667035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98D13B75-B4BD-4C9E-BA05-52E7AE446D7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55DEB1C4-2F5E-4491-A9AF-2A664776FD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slide" type="title">
  <p:cSld name="TITLE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7" name="Google Shape;57;p15">
            <a:extLst xmlns:a="http://schemas.openxmlformats.org/drawingml/2006/main">
              <a:ext uri="{FF2B5EF4-FFF2-40B4-BE49-F238E27FC236}">
                <a16:creationId xmlns:a16="http://schemas.microsoft.com/office/drawing/2014/main" id="{4309CDBA-F71E-47FE-8847-439E0D183E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0c0cc67f5a4e5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1200" y="1779099"/>
            <a:ext cx="2861000" cy="1890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16">
            <a:extLst xmlns:a="http://schemas.openxmlformats.org/drawingml/2006/main">
              <a:ext uri="{FF2B5EF4-FFF2-40B4-BE49-F238E27FC236}">
                <a16:creationId xmlns:a16="http://schemas.microsoft.com/office/drawing/2014/main" id="{095BB629-9176-4B90-9148-F1C38D5521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0" name="Google Shape;60;p16">
            <a:extLst xmlns:a="http://schemas.openxmlformats.org/drawingml/2006/main">
              <a:ext uri="{FF2B5EF4-FFF2-40B4-BE49-F238E27FC236}">
                <a16:creationId xmlns:a16="http://schemas.microsoft.com/office/drawing/2014/main" id="{9AFE00A5-B18A-4E7B-A602-3E33D062D9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f230f8ed7424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" name="Google Shape;61;p16">
            <a:extLst xmlns:a="http://schemas.openxmlformats.org/drawingml/2006/main">
              <a:ext uri="{FF2B5EF4-FFF2-40B4-BE49-F238E27FC236}">
                <a16:creationId xmlns:a16="http://schemas.microsoft.com/office/drawing/2014/main" id="{A50BC7D2-457E-442A-BB6A-746E7346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2" name="Google Shape;62;p16">
            <a:extLst xmlns:a="http://schemas.openxmlformats.org/drawingml/2006/main">
              <a:ext uri="{FF2B5EF4-FFF2-40B4-BE49-F238E27FC236}">
                <a16:creationId xmlns:a16="http://schemas.microsoft.com/office/drawing/2014/main" id="{CF63F37F-0EB2-479C-A96D-ABDFC71047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680e84a0848b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6326" y="689350"/>
            <a:ext cx="2707675" cy="37647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17">
            <a:extLst xmlns:a="http://schemas.openxmlformats.org/drawingml/2006/main">
              <a:ext uri="{FF2B5EF4-FFF2-40B4-BE49-F238E27FC236}">
                <a16:creationId xmlns:a16="http://schemas.microsoft.com/office/drawing/2014/main" id="{5CF1736E-EBA7-43C4-ADC6-5EC195E619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5" name="Google Shape;65;p17">
            <a:extLst xmlns:a="http://schemas.openxmlformats.org/drawingml/2006/main">
              <a:ext uri="{FF2B5EF4-FFF2-40B4-BE49-F238E27FC236}">
                <a16:creationId xmlns:a16="http://schemas.microsoft.com/office/drawing/2014/main" id="{159216A0-7983-4BCC-9045-69B0AEDB23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076743db2b4fa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6" name="Google Shape;66;p17">
            <a:extLst xmlns:a="http://schemas.openxmlformats.org/drawingml/2006/main">
              <a:ext uri="{FF2B5EF4-FFF2-40B4-BE49-F238E27FC236}">
                <a16:creationId xmlns:a16="http://schemas.microsoft.com/office/drawing/2014/main" id="{533F005F-2A9D-4C17-B721-175CEDC2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67" name="Google Shape;67;p17">
            <a:extLst xmlns:a="http://schemas.openxmlformats.org/drawingml/2006/main">
              <a:ext uri="{FF2B5EF4-FFF2-40B4-BE49-F238E27FC236}">
                <a16:creationId xmlns:a16="http://schemas.microsoft.com/office/drawing/2014/main" id="{DEE5DCB0-B488-41D0-B17C-D5CF96FB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50" y="514609"/>
            <a:ext cx="2837700" cy="7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8">
            <a:extLst xmlns:a="http://schemas.openxmlformats.org/drawingml/2006/main">
              <a:ext uri="{FF2B5EF4-FFF2-40B4-BE49-F238E27FC236}">
                <a16:creationId xmlns:a16="http://schemas.microsoft.com/office/drawing/2014/main" id="{AC793083-C2E1-4F23-84FB-8428A6776C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0" name="Google Shape;70;p18">
            <a:extLst xmlns:a="http://schemas.openxmlformats.org/drawingml/2006/main">
              <a:ext uri="{FF2B5EF4-FFF2-40B4-BE49-F238E27FC236}">
                <a16:creationId xmlns:a16="http://schemas.microsoft.com/office/drawing/2014/main" id="{CE71045C-1E59-49BA-B485-91BF5BB2B2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00698af8f843b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" name="Google Shape;71;p18">
            <a:extLst xmlns:a="http://schemas.openxmlformats.org/drawingml/2006/main">
              <a:ext uri="{FF2B5EF4-FFF2-40B4-BE49-F238E27FC236}">
                <a16:creationId xmlns:a16="http://schemas.microsoft.com/office/drawing/2014/main" id="{295F0ECA-3BD5-4F30-A863-25BB02A0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2" name="Google Shape;72;p18">
            <a:extLst xmlns:a="http://schemas.openxmlformats.org/drawingml/2006/main">
              <a:ext uri="{FF2B5EF4-FFF2-40B4-BE49-F238E27FC236}">
                <a16:creationId xmlns:a16="http://schemas.microsoft.com/office/drawing/2014/main" id="{92106798-FC2B-44BE-BA1D-4DF033D3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6541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9">
            <a:extLst xmlns:a="http://schemas.openxmlformats.org/drawingml/2006/main">
              <a:ext uri="{FF2B5EF4-FFF2-40B4-BE49-F238E27FC236}">
                <a16:creationId xmlns:a16="http://schemas.microsoft.com/office/drawing/2014/main" id="{4E2E7042-5944-4753-9C6C-87E1BF5DD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5" name="Google Shape;75;p19">
            <a:extLst xmlns:a="http://schemas.openxmlformats.org/drawingml/2006/main">
              <a:ext uri="{FF2B5EF4-FFF2-40B4-BE49-F238E27FC236}">
                <a16:creationId xmlns:a16="http://schemas.microsoft.com/office/drawing/2014/main" id="{37C7A58A-E350-44E4-829D-D959727FB0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49e7dcd5f4db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" name="Google Shape;76;p19">
            <a:extLst xmlns:a="http://schemas.openxmlformats.org/drawingml/2006/main">
              <a:ext uri="{FF2B5EF4-FFF2-40B4-BE49-F238E27FC236}">
                <a16:creationId xmlns:a16="http://schemas.microsoft.com/office/drawing/2014/main" id="{54255959-2CB8-4B3E-9ACD-CA141F53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7" name="Google Shape;77;p19">
            <a:extLst xmlns:a="http://schemas.openxmlformats.org/drawingml/2006/main">
              <a:ext uri="{FF2B5EF4-FFF2-40B4-BE49-F238E27FC236}">
                <a16:creationId xmlns:a16="http://schemas.microsoft.com/office/drawing/2014/main" id="{E8724322-8F3C-45F5-96FB-E3EEA90F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11113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20">
            <a:extLst xmlns:a="http://schemas.openxmlformats.org/drawingml/2006/main">
              <a:ext uri="{FF2B5EF4-FFF2-40B4-BE49-F238E27FC236}">
                <a16:creationId xmlns:a16="http://schemas.microsoft.com/office/drawing/2014/main" id="{374D5E35-8C39-471A-9088-69860E89F1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0" name="Google Shape;80;p20">
            <a:extLst xmlns:a="http://schemas.openxmlformats.org/drawingml/2006/main">
              <a:ext uri="{FF2B5EF4-FFF2-40B4-BE49-F238E27FC236}">
                <a16:creationId xmlns:a16="http://schemas.microsoft.com/office/drawing/2014/main" id="{2FE12336-A59C-4DFC-A221-E81135E974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8cf7c1087426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20">
            <a:extLst xmlns:a="http://schemas.openxmlformats.org/drawingml/2006/main">
              <a:ext uri="{FF2B5EF4-FFF2-40B4-BE49-F238E27FC236}">
                <a16:creationId xmlns:a16="http://schemas.microsoft.com/office/drawing/2014/main" id="{3595BB98-8789-42A2-A87C-36771EAD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82" name="Google Shape;82;p20">
            <a:extLst xmlns:a="http://schemas.openxmlformats.org/drawingml/2006/main">
              <a:ext uri="{FF2B5EF4-FFF2-40B4-BE49-F238E27FC236}">
                <a16:creationId xmlns:a16="http://schemas.microsoft.com/office/drawing/2014/main" id="{FF39FBC9-8457-4143-88CF-641A876B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7025" y="490822"/>
            <a:ext cx="43827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21">
            <a:extLst xmlns:a="http://schemas.openxmlformats.org/drawingml/2006/main">
              <a:ext uri="{FF2B5EF4-FFF2-40B4-BE49-F238E27FC236}">
                <a16:creationId xmlns:a16="http://schemas.microsoft.com/office/drawing/2014/main" id="{4F6B9E04-3107-43D3-BC63-EE675F1D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646" y="662463"/>
            <a:ext cx="26796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5" name="Google Shape;85;p21">
            <a:extLst xmlns:a="http://schemas.openxmlformats.org/drawingml/2006/main">
              <a:ext uri="{FF2B5EF4-FFF2-40B4-BE49-F238E27FC236}">
                <a16:creationId xmlns:a16="http://schemas.microsoft.com/office/drawing/2014/main" id="{29E0A9B9-4F0D-432F-88AA-199AC3A9E2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6" name="Google Shape;86;p21">
            <a:extLst xmlns:a="http://schemas.openxmlformats.org/drawingml/2006/main">
              <a:ext uri="{FF2B5EF4-FFF2-40B4-BE49-F238E27FC236}">
                <a16:creationId xmlns:a16="http://schemas.microsoft.com/office/drawing/2014/main" id="{704D252F-F7AB-4AF8-8A7B-879594C74F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505050e2942a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7" name="Google Shape;87;p21">
            <a:extLst xmlns:a="http://schemas.openxmlformats.org/drawingml/2006/main">
              <a:ext uri="{FF2B5EF4-FFF2-40B4-BE49-F238E27FC236}">
                <a16:creationId xmlns:a16="http://schemas.microsoft.com/office/drawing/2014/main" id="{F0D42BB3-F3E9-4829-AEC7-F8E6738B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22">
            <a:extLst xmlns:a="http://schemas.openxmlformats.org/drawingml/2006/main">
              <a:ext uri="{FF2B5EF4-FFF2-40B4-BE49-F238E27FC236}">
                <a16:creationId xmlns:a16="http://schemas.microsoft.com/office/drawing/2014/main" id="{CB284A58-7AB7-4C39-9403-D1F87DB9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2">
            <a:extLst xmlns:a="http://schemas.openxmlformats.org/drawingml/2006/main">
              <a:ext uri="{FF2B5EF4-FFF2-40B4-BE49-F238E27FC236}">
                <a16:creationId xmlns:a16="http://schemas.microsoft.com/office/drawing/2014/main" id="{0A05E366-C5CA-4A59-8E01-2FDAD94F66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 xmlns:a="http://schemas.openxmlformats.org/drawingml/2006/main"/>
        </p:txBody>
      </p:sp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0B04C160-C26B-44D6-9D3B-92B7C5FAC5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0D9D60FD-8DA8-4F1C-A121-7693960B4A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9740E889-AB74-4B75-AD38-5DB291EB46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23">
            <a:extLst xmlns:a="http://schemas.openxmlformats.org/drawingml/2006/main">
              <a:ext uri="{FF2B5EF4-FFF2-40B4-BE49-F238E27FC236}">
                <a16:creationId xmlns:a16="http://schemas.microsoft.com/office/drawing/2014/main" id="{127C4217-3878-42B4-9176-B3203F57BA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 xmlns:a="http://schemas.openxmlformats.org/drawingml/2006/main"/>
        </p:txBody>
      </p:sp>
      <p:sp>
        <p:nvSpPr>
          <p:cNvPr id="96" name="Google Shape;96;p23">
            <a:extLst xmlns:a="http://schemas.openxmlformats.org/drawingml/2006/main">
              <a:ext uri="{FF2B5EF4-FFF2-40B4-BE49-F238E27FC236}">
                <a16:creationId xmlns:a16="http://schemas.microsoft.com/office/drawing/2014/main" id="{B1F5F898-3CF1-4CF7-B65B-C4BB043157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24">
            <a:extLst xmlns:a="http://schemas.openxmlformats.org/drawingml/2006/main">
              <a:ext uri="{FF2B5EF4-FFF2-40B4-BE49-F238E27FC236}">
                <a16:creationId xmlns:a16="http://schemas.microsoft.com/office/drawing/2014/main" id="{A77772D6-8A31-4B56-ADC5-61B8C6B7FA6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9" name="Google Shape;99;p24">
            <a:extLst xmlns:a="http://schemas.openxmlformats.org/drawingml/2006/main">
              <a:ext uri="{FF2B5EF4-FFF2-40B4-BE49-F238E27FC236}">
                <a16:creationId xmlns:a16="http://schemas.microsoft.com/office/drawing/2014/main" id="{069C326F-56D9-493B-9CAC-FD179C92BF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24">
            <a:extLst xmlns:a="http://schemas.openxmlformats.org/drawingml/2006/main">
              <a:ext uri="{FF2B5EF4-FFF2-40B4-BE49-F238E27FC236}">
                <a16:creationId xmlns:a16="http://schemas.microsoft.com/office/drawing/2014/main" id="{E9B9C1C0-DF8D-4AF9-8218-D4AC7FF07B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5">
            <a:extLst xmlns:a="http://schemas.openxmlformats.org/drawingml/2006/main">
              <a:ext uri="{FF2B5EF4-FFF2-40B4-BE49-F238E27FC236}">
                <a16:creationId xmlns:a16="http://schemas.microsoft.com/office/drawing/2014/main" id="{48ADAD69-0D1C-4282-80C0-8570E8C01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Google Shape;104;p26">
            <a:extLst xmlns:a="http://schemas.openxmlformats.org/drawingml/2006/main">
              <a:ext uri="{FF2B5EF4-FFF2-40B4-BE49-F238E27FC236}">
                <a16:creationId xmlns:a16="http://schemas.microsoft.com/office/drawing/2014/main" id="{C5C49D59-5D3B-47B1-A783-2B0BF0CA1EB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05" name="Google Shape;105;p26">
            <a:extLst xmlns:a="http://schemas.openxmlformats.org/drawingml/2006/main">
              <a:ext uri="{FF2B5EF4-FFF2-40B4-BE49-F238E27FC236}">
                <a16:creationId xmlns:a16="http://schemas.microsoft.com/office/drawing/2014/main" id="{52C7486E-FFCA-4875-935C-08CC3F296F7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06" name="Google Shape;106;p26">
            <a:extLst xmlns:a="http://schemas.openxmlformats.org/drawingml/2006/main">
              <a:ext uri="{FF2B5EF4-FFF2-40B4-BE49-F238E27FC236}">
                <a16:creationId xmlns:a16="http://schemas.microsoft.com/office/drawing/2014/main" id="{82273663-F5EE-447F-A16A-34AE7032B1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5fca98f29341b1" /><Relationship Type="http://schemas.openxmlformats.org/officeDocument/2006/relationships/slideLayout" Target="/ppt/slideLayouts/slideLayout1.xml" Id="R0e6f46ccc7684cce" /><Relationship Type="http://schemas.openxmlformats.org/officeDocument/2006/relationships/slideLayout" Target="/ppt/slideLayouts/slideLayout2.xml" Id="Rcc794ec175fe4a18" /><Relationship Type="http://schemas.openxmlformats.org/officeDocument/2006/relationships/slideLayout" Target="/ppt/slideLayouts/slideLayout3.xml" Id="R8edd496486e349c1" /><Relationship Type="http://schemas.openxmlformats.org/officeDocument/2006/relationships/slideLayout" Target="/ppt/slideLayouts/slideLayout4.xml" Id="Rf88839c9967c4414" /><Relationship Type="http://schemas.openxmlformats.org/officeDocument/2006/relationships/slideLayout" Target="/ppt/slideLayouts/slideLayout5.xml" Id="Rf013ef21aea84b37" /><Relationship Type="http://schemas.openxmlformats.org/officeDocument/2006/relationships/slideLayout" Target="/ppt/slideLayouts/slideLayout6.xml" Id="R5302172da5f745c8" /><Relationship Type="http://schemas.openxmlformats.org/officeDocument/2006/relationships/slideLayout" Target="/ppt/slideLayouts/slideLayout7.xml" Id="R0fc1ef7595514959" /><Relationship Type="http://schemas.openxmlformats.org/officeDocument/2006/relationships/slideLayout" Target="/ppt/slideLayouts/slideLayout8.xml" Id="R6edb902c0df049d7" /><Relationship Type="http://schemas.openxmlformats.org/officeDocument/2006/relationships/slideLayout" Target="/ppt/slideLayouts/slideLayout9.xml" Id="R229a1346ab574090" /><Relationship Type="http://schemas.openxmlformats.org/officeDocument/2006/relationships/slideLayout" Target="/ppt/slideLayouts/slideLayout10.xml" Id="R07b84bf53ba34e10" /><Relationship Type="http://schemas.openxmlformats.org/officeDocument/2006/relationships/slideLayout" Target="/ppt/slideLayouts/slideLayout11.xml" Id="R6c32e95ba51a483f" /><Relationship Type="http://schemas.openxmlformats.org/officeDocument/2006/relationships/slideLayout" Target="/ppt/slideLayouts/slideLayout12.xml" Id="R7a8efa09e66c473f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8368292e39064f49" /><Relationship Type="http://schemas.openxmlformats.org/officeDocument/2006/relationships/slideLayout" Target="/ppt/slideLayouts/slideLayout13.xml" Id="Rd1eb8ef3c8d24f96" /><Relationship Type="http://schemas.openxmlformats.org/officeDocument/2006/relationships/slideLayout" Target="/ppt/slideLayouts/slideLayout14.xml" Id="Rb0df1138b07948f9" /><Relationship Type="http://schemas.openxmlformats.org/officeDocument/2006/relationships/slideLayout" Target="/ppt/slideLayouts/slideLayout15.xml" Id="R9046c35775304807" /><Relationship Type="http://schemas.openxmlformats.org/officeDocument/2006/relationships/slideLayout" Target="/ppt/slideLayouts/slideLayout16.xml" Id="R8e7fe202f045494c" /><Relationship Type="http://schemas.openxmlformats.org/officeDocument/2006/relationships/slideLayout" Target="/ppt/slideLayouts/slideLayout17.xml" Id="R6ae0180757a44ece" /><Relationship Type="http://schemas.openxmlformats.org/officeDocument/2006/relationships/slideLayout" Target="/ppt/slideLayouts/slideLayout18.xml" Id="Rca42bccbc67046ad" /><Relationship Type="http://schemas.openxmlformats.org/officeDocument/2006/relationships/slideLayout" Target="/ppt/slideLayouts/slideLayout19.xml" Id="R81b0f809d10a4499" /><Relationship Type="http://schemas.openxmlformats.org/officeDocument/2006/relationships/slideLayout" Target="/ppt/slideLayouts/slideLayout20.xml" Id="R8393ed16ce114dbf" /><Relationship Type="http://schemas.openxmlformats.org/officeDocument/2006/relationships/slideLayout" Target="/ppt/slideLayouts/slideLayout21.xml" Id="Ra2a5fb2a18ab4be7" /><Relationship Type="http://schemas.openxmlformats.org/officeDocument/2006/relationships/slideLayout" Target="/ppt/slideLayouts/slideLayout22.xml" Id="Raeb6dfd81c954276" /><Relationship Type="http://schemas.openxmlformats.org/officeDocument/2006/relationships/slideLayout" Target="/ppt/slideLayouts/slideLayout23.xml" Id="R200635e55c0a479f" /><Relationship Type="http://schemas.openxmlformats.org/officeDocument/2006/relationships/slideLayout" Target="/ppt/slideLayouts/slideLayout24.xml" Id="R0876655a41864ed8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A94E11B9-EBBF-4E1B-893F-E9F977AF81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103A0D67-BA39-456C-ABA5-812154B7B1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487A474C-E1A1-4437-BD31-43C9CB6DE5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6f46ccc7684cce"/>
    <p:sldLayoutId xmlns:r="http://schemas.openxmlformats.org/officeDocument/2006/relationships" id="2147483650" r:id="Rcc794ec175fe4a18"/>
    <p:sldLayoutId xmlns:r="http://schemas.openxmlformats.org/officeDocument/2006/relationships" id="2147483651" r:id="R8edd496486e349c1"/>
    <p:sldLayoutId xmlns:r="http://schemas.openxmlformats.org/officeDocument/2006/relationships" id="2147483652" r:id="Rf88839c9967c4414"/>
    <p:sldLayoutId xmlns:r="http://schemas.openxmlformats.org/officeDocument/2006/relationships" id="2147483653" r:id="Rf013ef21aea84b37"/>
    <p:sldLayoutId xmlns:r="http://schemas.openxmlformats.org/officeDocument/2006/relationships" id="2147483654" r:id="R5302172da5f745c8"/>
    <p:sldLayoutId xmlns:r="http://schemas.openxmlformats.org/officeDocument/2006/relationships" id="2147483655" r:id="R0fc1ef7595514959"/>
    <p:sldLayoutId xmlns:r="http://schemas.openxmlformats.org/officeDocument/2006/relationships" id="2147483656" r:id="R6edb902c0df049d7"/>
    <p:sldLayoutId xmlns:r="http://schemas.openxmlformats.org/officeDocument/2006/relationships" id="2147483657" r:id="R229a1346ab574090"/>
    <p:sldLayoutId xmlns:r="http://schemas.openxmlformats.org/officeDocument/2006/relationships" id="2147483658" r:id="R07b84bf53ba34e10"/>
    <p:sldLayoutId xmlns:r="http://schemas.openxmlformats.org/officeDocument/2006/relationships" id="2147483659" r:id="R6c32e95ba51a483f"/>
    <p:sldLayoutId xmlns:r="http://schemas.openxmlformats.org/officeDocument/2006/relationships" id="2147483660" r:id="R7a8efa09e66c473f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F43371CE-5800-4D09-94C1-6E5B81627D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2" r:id="Rd1eb8ef3c8d24f96"/>
    <p:sldLayoutId xmlns:r="http://schemas.openxmlformats.org/officeDocument/2006/relationships" id="2147483663" r:id="Rb0df1138b07948f9"/>
    <p:sldLayoutId xmlns:r="http://schemas.openxmlformats.org/officeDocument/2006/relationships" id="2147483664" r:id="R9046c35775304807"/>
    <p:sldLayoutId xmlns:r="http://schemas.openxmlformats.org/officeDocument/2006/relationships" id="2147483665" r:id="R8e7fe202f045494c"/>
    <p:sldLayoutId xmlns:r="http://schemas.openxmlformats.org/officeDocument/2006/relationships" id="2147483666" r:id="R6ae0180757a44ece"/>
    <p:sldLayoutId xmlns:r="http://schemas.openxmlformats.org/officeDocument/2006/relationships" id="2147483667" r:id="Rca42bccbc67046ad"/>
    <p:sldLayoutId xmlns:r="http://schemas.openxmlformats.org/officeDocument/2006/relationships" id="2147483668" r:id="R81b0f809d10a4499"/>
    <p:sldLayoutId xmlns:r="http://schemas.openxmlformats.org/officeDocument/2006/relationships" id="2147483669" r:id="R8393ed16ce114dbf"/>
    <p:sldLayoutId xmlns:r="http://schemas.openxmlformats.org/officeDocument/2006/relationships" id="2147483670" r:id="Ra2a5fb2a18ab4be7"/>
    <p:sldLayoutId xmlns:r="http://schemas.openxmlformats.org/officeDocument/2006/relationships" id="2147483671" r:id="Raeb6dfd81c954276"/>
    <p:sldLayoutId xmlns:r="http://schemas.openxmlformats.org/officeDocument/2006/relationships" id="2147483672" r:id="R200635e55c0a479f"/>
    <p:sldLayoutId xmlns:r="http://schemas.openxmlformats.org/officeDocument/2006/relationships" id="2147483673" r:id="R0876655a41864ed8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e517c26d83d744a6" /><Relationship Type="http://schemas.openxmlformats.org/officeDocument/2006/relationships/image" Target="/ppt/media/image4.png" Id="R784c3521bcf84857" /><Relationship Type="http://schemas.openxmlformats.org/officeDocument/2006/relationships/notesSlide" Target="/ppt/notesSlides/notesSlide1.xml" Id="Ra99832617f8845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518020a2b8bc4dda" /><Relationship Type="http://schemas.openxmlformats.org/officeDocument/2006/relationships/notesSlide" Target="/ppt/notesSlides/notesSlide2.xml" Id="R5f0ee46033dd47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b6de4d63e710480b" /><Relationship Type="http://schemas.openxmlformats.org/officeDocument/2006/relationships/image" Target="/ppt/media/image5.png" Id="Rda00a829b60346ce" /><Relationship Type="http://schemas.openxmlformats.org/officeDocument/2006/relationships/image" Target="/ppt/media/image6.png" Id="Rd74ec93acdee46b1" /><Relationship Type="http://schemas.openxmlformats.org/officeDocument/2006/relationships/notesSlide" Target="/ppt/notesSlides/notesSlide3.xml" Id="Ra11d40f7d85a49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20e1166772945e8" /><Relationship Type="http://schemas.openxmlformats.org/officeDocument/2006/relationships/image" Target="/ppt/media/image7.png" Id="R57e2ed0a61b34f9c" /><Relationship Type="http://schemas.openxmlformats.org/officeDocument/2006/relationships/image" Target="/ppt/media/image3.png" Id="R3a3bbf94126e4248" /><Relationship Type="http://schemas.openxmlformats.org/officeDocument/2006/relationships/notesSlide" Target="/ppt/notesSlides/notesSlide4.xml" Id="R1d1feffcbe1d49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4d0f02cc26014ff4" /><Relationship Type="http://schemas.openxmlformats.org/officeDocument/2006/relationships/image" Target="/ppt/media/image8.png" Id="R2d9349e1a4eb44d0" /><Relationship Type="http://schemas.openxmlformats.org/officeDocument/2006/relationships/notesSlide" Target="/ppt/notesSlides/notesSlide5.xml" Id="Ra76e0856a6b64a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9a3526dde8184030" /><Relationship Type="http://schemas.openxmlformats.org/officeDocument/2006/relationships/notesSlide" Target="/ppt/notesSlides/notesSlide6.xml" Id="R7fba3e5b022d47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28">
            <a:extLst xmlns:a="http://schemas.openxmlformats.org/drawingml/2006/main">
              <a:ext uri="{FF2B5EF4-FFF2-40B4-BE49-F238E27FC236}">
                <a16:creationId xmlns:a16="http://schemas.microsoft.com/office/drawing/2014/main" id="{0595FBCE-1577-46F0-8F61-8D212FC4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775" y="2586700"/>
            <a:ext cx="3080700" cy="6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1650" tIns="61650" rIns="61650" bIns="6165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 One Left Behind</a:t>
            </a:r>
            <a:endParaRPr sz="24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20" name="Google Shape;120;p28">
            <a:extLst xmlns:a="http://schemas.openxmlformats.org/drawingml/2006/main">
              <a:ext uri="{FF2B5EF4-FFF2-40B4-BE49-F238E27FC236}">
                <a16:creationId xmlns:a16="http://schemas.microsoft.com/office/drawing/2014/main" id="{FB6D8E5B-A23D-45A5-A32C-46C3E0554A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4c3521bcf84857">
            <a:alphaModFix/>
          </a:blip>
          <a:srcRect xmlns:a="http://schemas.openxmlformats.org/drawingml/2006/main" l="0" t="27378" r="0" b="25727"/>
          <a:stretch xmlns:a="http://schemas.openxmlformats.org/drawingml/2006/main"/>
        </p:blipFill>
        <p:spPr>
          <a:xfrm xmlns:a="http://schemas.openxmlformats.org/drawingml/2006/main" rot="10800000" flipH="1">
            <a:off x="3586375" y="2509998"/>
            <a:ext cx="2276050" cy="6003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113728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125" name="Google Shape;125;p29">
            <a:extLst xmlns:a="http://schemas.openxmlformats.org/drawingml/2006/main">
              <a:ext uri="{FF2B5EF4-FFF2-40B4-BE49-F238E27FC236}">
                <a16:creationId xmlns:a16="http://schemas.microsoft.com/office/drawing/2014/main" id="{B0A02CAB-6F20-49DE-A8BB-579B77B873D0}"/>
              </a:ext>
            </a:extLst>
          </p:cNvPr>
          <p:cNvGraphicFramePr/>
          <p:nvPr/>
        </p:nvGraphicFramePr>
        <p:xfrm>
          <a:off xmlns:a="http://schemas.openxmlformats.org/drawingml/2006/main" x="577750" y="1357275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{36CBF07F-845D-42DA-AEE9-C422CBFCC5D9}</a:tableStyleId>
              </a:tblPr>
              <a:tblGrid>
                <a:gridCol w="1352950"/>
                <a:gridCol w="1352950"/>
                <a:gridCol w="1238050"/>
                <a:gridCol w="1467825"/>
                <a:gridCol w="1352950"/>
                <a:gridCol w="1352950"/>
              </a:tblGrid>
              <a:tr h="399675"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NAME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SHARE WITH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 Diaz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juliand.odiaz@gmail.com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Hossein Rahmani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rahmani.hossein1380@gmail.com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 Jha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himanshu2007jha@gmail.com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Frontend Lead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student-01-b08d8ba1c5d4@qwiklabs.net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role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Product / story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 / backend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Data / validation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UI / testing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Shared repo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Florida Adaptive Evacuation Readiness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Lee County, FL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Agents for Impact 2026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GitHub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Video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Under 3 minutes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Screen share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recording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Submit with deck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Qwiklabs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Ready to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Phone: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Availability: confirm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Repo sharing: 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Contacts above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6" name="Google Shape;126;p29">
            <a:extLst xmlns:a="http://schemas.openxmlformats.org/drawingml/2006/main">
              <a:ext uri="{FF2B5EF4-FFF2-40B4-BE49-F238E27FC236}">
                <a16:creationId xmlns:a16="http://schemas.microsoft.com/office/drawing/2014/main" id="{81BE27DA-72DB-434F-BCBA-B1290FA2FC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27" name="Google Shape;127;p29">
            <a:extLst xmlns:a="http://schemas.openxmlformats.org/drawingml/2006/main">
              <a:ext uri="{FF2B5EF4-FFF2-40B4-BE49-F238E27FC236}">
                <a16:creationId xmlns:a16="http://schemas.microsoft.com/office/drawing/2014/main" id="{C331354F-490E-48B7-9497-FB0C062D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450" y="567011"/>
            <a:ext cx="5330100" cy="68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Filming Availability: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Should your team be selected as the winner, indicate if and when you are able to return to the Opera House between 1-4PM on 10/21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Project Sharing: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Share With: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  <p:extLst>
      <p:ext uri="{BB962C8B-B14F-4D97-AF65-F5344CB8AC3E}">
        <p14:creationId xmlns:p14="http://schemas.microsoft.com/office/powerpoint/2010/main" val="16081904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Google Shape;132;p30">
            <a:extLst xmlns:a="http://schemas.openxmlformats.org/drawingml/2006/main">
              <a:ext uri="{FF2B5EF4-FFF2-40B4-BE49-F238E27FC236}">
                <a16:creationId xmlns:a16="http://schemas.microsoft.com/office/drawing/2014/main" id="{F4D664E8-64C0-47BD-9B7D-8C3BE530DD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33" name="Google Shape;133;p30">
            <a:extLst xmlns:a="http://schemas.openxmlformats.org/drawingml/2006/main">
              <a:ext uri="{FF2B5EF4-FFF2-40B4-BE49-F238E27FC236}">
                <a16:creationId xmlns:a16="http://schemas.microsoft.com/office/drawing/2014/main" id="{9FF83776-6ADD-4D81-ACEE-F059A48D6F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00a829b60346ce">
            <a:alphaModFix/>
          </a:blip>
          <a:srcRect xmlns:a="http://schemas.openxmlformats.org/drawingml/2006/main" l="36213" t="0" r="362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774475" y="471199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4" name="Google Shape;134;p30">
            <a:extLst xmlns:a="http://schemas.openxmlformats.org/drawingml/2006/main">
              <a:ext uri="{FF2B5EF4-FFF2-40B4-BE49-F238E27FC236}">
                <a16:creationId xmlns:a16="http://schemas.microsoft.com/office/drawing/2014/main" id="{EFA449AC-0B85-46C7-B614-433C1DAB24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4ec93acdee46b1">
            <a:alphaModFix/>
          </a:blip>
          <a:srcRect xmlns:a="http://schemas.openxmlformats.org/drawingml/2006/main" l="32349" t="0" r="40091" b="0"/>
          <a:stretch xmlns:a="http://schemas.openxmlformats.org/drawingml/2006/main"/>
        </p:blipFill>
        <p:spPr>
          <a:xfrm xmlns:a="http://schemas.openxmlformats.org/drawingml/2006/main" rot="10800000">
            <a:off x="6382750" y="506306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4B59FB8-F3BC-4622-86A3-18D115FB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>
                <a:solidFill>
                  <a:srgbClr val="FFFFFF"/>
                </a:solidFill>
              </a:defRPr>
            </a:defPPr>
            <a:lvl1pPr algn="ctr">
              <a:defRPr sz="975">
                <a:solidFill>
                  <a:srgbClr val="FFFFFF"/>
                </a:solidFill>
              </a:defRPr>
            </a:lvl1pPr>
            <a:lvl2pPr algn="ctr">
              <a:defRPr sz="975">
                <a:solidFill>
                  <a:srgbClr val="FFFFFF"/>
                </a:solidFill>
              </a:defRPr>
            </a:lvl2pPr>
            <a:lvl3pPr algn="ctr">
              <a:defRPr sz="975">
                <a:solidFill>
                  <a:srgbClr val="FFFFFF"/>
                </a:solidFill>
              </a:defRPr>
            </a:lvl3pPr>
            <a:lvl4pPr algn="ctr">
              <a:defRPr sz="975">
                <a:solidFill>
                  <a:srgbClr val="FFFFFF"/>
                </a:solidFill>
              </a:defRPr>
            </a:lvl4pPr>
            <a:lvl5pPr algn="ctr">
              <a:defRPr sz="975">
                <a:solidFill>
                  <a:srgbClr val="FFFFFF"/>
                </a:solidFill>
              </a:defRPr>
            </a:lvl5pPr>
            <a:lvl6pPr algn="ctr">
              <a:defRPr sz="975">
                <a:solidFill>
                  <a:srgbClr val="FFFFFF"/>
                </a:solidFill>
              </a:defRPr>
            </a:lvl6pPr>
            <a:lvl7pPr algn="ctr">
              <a:defRPr sz="975">
                <a:solidFill>
                  <a:srgbClr val="FFFFFF"/>
                </a:solidFill>
              </a:defRPr>
            </a:lvl7pPr>
            <a:lvl8pPr algn="ctr">
              <a:defRPr sz="975">
                <a:solidFill>
                  <a:srgbClr val="FFFFFF"/>
                </a:solidFill>
              </a:defRPr>
            </a:lvl8pPr>
            <a:lvl9pPr algn="ctr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Lee County needs a pre-landfall plan for residents who cannot self-evacuate.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After Ian, the median age of people who died was in the seventies. 3,840 households lack a vehicle. 1,420 residents depend on medical power.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county and its community partners need one shared plan.</a:t>
            </a:r>
          </a:p>
        </p:txBody>
      </p:sp>
    </p:spTree>
    <p:extLst>
      <p:ext uri="{BB962C8B-B14F-4D97-AF65-F5344CB8AC3E}">
        <p14:creationId xmlns:p14="http://schemas.microsoft.com/office/powerpoint/2010/main" val="9840831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31">
            <a:extLst xmlns:a="http://schemas.openxmlformats.org/drawingml/2006/main">
              <a:ext uri="{FF2B5EF4-FFF2-40B4-BE49-F238E27FC236}">
                <a16:creationId xmlns:a16="http://schemas.microsoft.com/office/drawing/2014/main" id="{517A54B5-2232-407D-B2AE-6E34265200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41" name="Google Shape;141;p31">
            <a:extLst xmlns:a="http://schemas.openxmlformats.org/drawingml/2006/main">
              <a:ext uri="{FF2B5EF4-FFF2-40B4-BE49-F238E27FC236}">
                <a16:creationId xmlns:a16="http://schemas.microsoft.com/office/drawing/2014/main" id="{FBF5325D-16C8-4F2D-B920-BA45BCAC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575" y="2405175"/>
            <a:ext cx="3862800" cy="4582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Our Agent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The planner asks which areas are hardest to evacuate. The agent ranks risk from BigQuery gold tables, finds nearby outreach hubs, grounds shelter places with Google Maps, and creates a human validation task for what the data cannot confirm.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Positive outcome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A county brief that names the next partner conversation, the right destination, the right backup, and the peer network needed to reach residents before landfall.</a:t>
            </a:r>
            <a:endParaRPr sz="1200"/>
          </a:p>
        </p:txBody>
      </p:sp>
      <p:pic>
        <p:nvPicPr>
          <p:cNvPr id="142" name="Google Shape;142;p31">
            <a:extLst xmlns:a="http://schemas.openxmlformats.org/drawingml/2006/main">
              <a:ext uri="{FF2B5EF4-FFF2-40B4-BE49-F238E27FC236}">
                <a16:creationId xmlns:a16="http://schemas.microsoft.com/office/drawing/2014/main" id="{719DA4F2-22F5-4BF7-B716-9F1825705F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2ed0a61b34f9c">
            <a:alphaModFix/>
          </a:blip>
          <a:srcRect xmlns:a="http://schemas.openxmlformats.org/drawingml/2006/main" l="27525" t="0" r="275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3" name="Google Shape;143;p31">
            <a:extLst xmlns:a="http://schemas.openxmlformats.org/drawingml/2006/main">
              <a:ext uri="{FF2B5EF4-FFF2-40B4-BE49-F238E27FC236}">
                <a16:creationId xmlns:a16="http://schemas.microsoft.com/office/drawing/2014/main" id="{3F99F5D5-6846-4CFF-B4FE-65CE3F38B2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3bbf94126e424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755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2167253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p32">
            <a:extLst xmlns:a="http://schemas.openxmlformats.org/drawingml/2006/main">
              <a:ext uri="{FF2B5EF4-FFF2-40B4-BE49-F238E27FC236}">
                <a16:creationId xmlns:a16="http://schemas.microsoft.com/office/drawing/2014/main" id="{B5EB0532-A4CF-4B95-971B-222115C9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150" y="1714450"/>
            <a:ext cx="5587500" cy="190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975">
                <a:solidFill>
                  <a:srgbClr val="FFFFFF"/>
                </a:solidFill>
              </a:defRPr>
            </a:defPPr>
            <a:lvl1pPr>
              <a:defRPr sz="975">
                <a:solidFill>
                  <a:srgbClr val="FFFFFF"/>
                </a:solidFill>
              </a:defRPr>
            </a:lvl1pPr>
            <a:lvl2pPr>
              <a:defRPr sz="975">
                <a:solidFill>
                  <a:srgbClr val="FFFFFF"/>
                </a:solidFill>
              </a:defRPr>
            </a:lvl2pPr>
            <a:lvl3pPr>
              <a:defRPr sz="975">
                <a:solidFill>
                  <a:srgbClr val="FFFFFF"/>
                </a:solidFill>
              </a:defRPr>
            </a:lvl3pPr>
            <a:lvl4pPr>
              <a:defRPr sz="975">
                <a:solidFill>
                  <a:srgbClr val="FFFFFF"/>
                </a:solidFill>
              </a:defRPr>
            </a:lvl4pPr>
            <a:lvl5pPr>
              <a:defRPr sz="975">
                <a:solidFill>
                  <a:srgbClr val="FFFFFF"/>
                </a:solidFill>
              </a:defRPr>
            </a:lvl5pPr>
            <a:lvl6pPr>
              <a:defRPr sz="975">
                <a:solidFill>
                  <a:srgbClr val="FFFFFF"/>
                </a:solidFill>
              </a:defRPr>
            </a:lvl6pPr>
            <a:lvl7pPr>
              <a:defRPr sz="975">
                <a:solidFill>
                  <a:srgbClr val="FFFFFF"/>
                </a:solidFill>
              </a:defRPr>
            </a:lvl7pPr>
            <a:lvl8pPr>
              <a:defRPr sz="975">
                <a:solidFill>
                  <a:srgbClr val="FFFFFF"/>
                </a:solidFill>
              </a:defRPr>
            </a:lvl8pPr>
            <a:lvl9pPr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gold tables: vulnerability, shelters, power dependence, hazard exposure.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Google Maps grounding: places and routing check whether a registered facility still exists.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Community partners validate accessibility and operations in person.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The agent keeps recorded, derived, grounded, and unknown facts distinct.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49" name="Google Shape;149;p32">
            <a:extLst xmlns:a="http://schemas.openxmlformats.org/drawingml/2006/main">
              <a:ext uri="{FF2B5EF4-FFF2-40B4-BE49-F238E27FC236}">
                <a16:creationId xmlns:a16="http://schemas.microsoft.com/office/drawing/2014/main" id="{9814EF6D-EB8D-4214-915F-1862B3F5A1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50" name="Google Shape;150;p32">
            <a:extLst xmlns:a="http://schemas.openxmlformats.org/drawingml/2006/main">
              <a:ext uri="{FF2B5EF4-FFF2-40B4-BE49-F238E27FC236}">
                <a16:creationId xmlns:a16="http://schemas.microsoft.com/office/drawing/2014/main" id="{1B8604FD-9208-4AB5-AA58-13D00D6FFE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9349e1a4eb44d0">
            <a:alphaModFix/>
          </a:blip>
          <a:srcRect xmlns:a="http://schemas.openxmlformats.org/drawingml/2006/main" l="0" t="34044" r="0" b="3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175675" y="519496"/>
            <a:ext cx="4769550" cy="951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640618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33">
            <a:extLst xmlns:a="http://schemas.openxmlformats.org/drawingml/2006/main">
              <a:ext uri="{FF2B5EF4-FFF2-40B4-BE49-F238E27FC236}">
                <a16:creationId xmlns:a16="http://schemas.microsoft.com/office/drawing/2014/main" id="{E33D4BB5-7231-428D-BF75-3FF838D7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00" y="2019250"/>
            <a:ext cx="4605300" cy="224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050">
                <a:solidFill>
                  <a:srgbClr val="FFFFFF"/>
                </a:solidFill>
              </a:defRPr>
            </a:defPPr>
            <a:lvl1pPr>
              <a:defRPr sz="1050">
                <a:solidFill>
                  <a:srgbClr val="FFFFFF"/>
                </a:solidFill>
              </a:defRPr>
            </a:lvl1pPr>
            <a:lvl2pPr>
              <a:defRPr sz="1050">
                <a:solidFill>
                  <a:srgbClr val="FFFFFF"/>
                </a:solidFill>
              </a:defRPr>
            </a:lvl2pPr>
            <a:lvl3pPr>
              <a:defRPr sz="1050">
                <a:solidFill>
                  <a:srgbClr val="FFFFFF"/>
                </a:solidFill>
              </a:defRPr>
            </a:lvl3pPr>
            <a:lvl4pPr>
              <a:defRPr sz="1050">
                <a:solidFill>
                  <a:srgbClr val="FFFFFF"/>
                </a:solidFill>
              </a:defRPr>
            </a:lvl4pPr>
            <a:lvl5pPr>
              <a:defRPr sz="1050">
                <a:solidFill>
                  <a:srgbClr val="FFFFFF"/>
                </a:solidFill>
              </a:defRPr>
            </a:lvl5pPr>
            <a:lvl6pPr>
              <a:defRPr sz="1050">
                <a:solidFill>
                  <a:srgbClr val="FFFFFF"/>
                </a:solidFill>
              </a:defRPr>
            </a:lvl6pPr>
            <a:lvl7pPr>
              <a:defRPr sz="1050">
                <a:solidFill>
                  <a:srgbClr val="FFFFFF"/>
                </a:solidFill>
              </a:defRPr>
            </a:lvl7pPr>
            <a:lvl8pPr>
              <a:defRPr sz="1050">
                <a:solidFill>
                  <a:srgbClr val="FFFFFF"/>
                </a:solidFill>
              </a:defRPr>
            </a:lvl8pPr>
            <a:lvl9pPr>
              <a:defRPr sz="10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Prototype Architecture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Emergency manager → React command center → ADK agent with Gemini 3.x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ranks risk and shelter options. Google Maps grounds places and routes. Community partners recruit peers and validate unknowns. The agent produces the Readiness Brief.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56" name="Google Shape;156;p33">
            <a:extLst xmlns:a="http://schemas.openxmlformats.org/drawingml/2006/main">
              <a:ext uri="{FF2B5EF4-FFF2-40B4-BE49-F238E27FC236}">
                <a16:creationId xmlns:a16="http://schemas.microsoft.com/office/drawing/2014/main" id="{AE8606E4-6344-44BA-B06A-C2BBBFCF30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57" name="Google Shape;157;p33">
            <a:extLst xmlns:a="http://schemas.openxmlformats.org/drawingml/2006/main">
              <a:ext uri="{FF2B5EF4-FFF2-40B4-BE49-F238E27FC236}">
                <a16:creationId xmlns:a16="http://schemas.microsoft.com/office/drawing/2014/main" id="{89BE5215-5C08-4339-ACDD-FAE2D0B5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66" y="5090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  <p:sp>
        <p:nvSpPr>
          <p:cNvPr id="158" name="Google Shape;158;p33">
            <a:extLst xmlns:a="http://schemas.openxmlformats.org/drawingml/2006/main">
              <a:ext uri="{FF2B5EF4-FFF2-40B4-BE49-F238E27FC236}">
                <a16:creationId xmlns:a16="http://schemas.microsoft.com/office/drawing/2014/main" id="{81CC3A38-C15F-48BF-A83E-B1A37189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230216" y="5852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</p:spTree>
    <p:extLst>
      <p:ext uri="{BB962C8B-B14F-4D97-AF65-F5344CB8AC3E}">
        <p14:creationId xmlns:p14="http://schemas.microsoft.com/office/powerpoint/2010/main" val="69219839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2026-10-20T20:22:21.1630000Z</dcterms:created>
  <dcterms:modified xsi:type="dcterms:W3CDTF">2026-10-20T20:22:21.1630000Z</dcterms:modified>
</coreProperties>
</file>