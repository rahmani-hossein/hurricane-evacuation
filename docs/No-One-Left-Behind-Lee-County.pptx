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779c2b176f43d6" /><Relationship Type="http://schemas.openxmlformats.org/officeDocument/2006/relationships/extended-properties" Target="/docProps/app.xml" Id="Rd05634937b73486f" /><Relationship Type="http://schemas.openxmlformats.org/officeDocument/2006/relationships/officeDocument" Target="/ppt/presentation.xml" Id="R8e5099d6db1b405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82607b582e9247d5"/>
    <p:sldMasterId xmlns:r="http://schemas.openxmlformats.org/officeDocument/2006/relationships" id="2147483661" r:id="R469e9b1339dc44e8"/>
  </p:sldMasterIdLst>
  <p:notesMasterIdLst>
    <p:notesMasterId xmlns:r="http://schemas.openxmlformats.org/officeDocument/2006/relationships" r:id="R8f00bad2c7784324"/>
  </p:notesMasterIdLst>
  <p:sldIdLst>
    <p:sldId xmlns:r="http://schemas.openxmlformats.org/officeDocument/2006/relationships" id="256" r:id="Rde7b25feb0e44534"/>
    <p:sldId xmlns:r="http://schemas.openxmlformats.org/officeDocument/2006/relationships" id="257" r:id="R4b5ab6e66ce8404e"/>
    <p:sldId xmlns:r="http://schemas.openxmlformats.org/officeDocument/2006/relationships" id="258" r:id="Rbe8b3aa680944274"/>
    <p:sldId xmlns:r="http://schemas.openxmlformats.org/officeDocument/2006/relationships" id="259" r:id="R41a0ecedfa014d08"/>
    <p:sldId xmlns:r="http://schemas.openxmlformats.org/officeDocument/2006/relationships" id="260" r:id="R4400840eaef64da4"/>
    <p:sldId xmlns:r="http://schemas.openxmlformats.org/officeDocument/2006/relationships" id="261" r:id="R8ebdeee1ffab4c01"/>
  </p:sldIdLst>
  <p:sldSz cx="9144000" cy="5143500"/>
  <p:notesSz cx="6858000" cy="9144000"/>
  <p:embeddedFontLst>
    <p:embeddedFont>
      <p:font typeface="Google Sans"/>
      <p:regular xmlns:r="http://schemas.openxmlformats.org/officeDocument/2006/relationships" r:id="Rbb9be00c307642f4"/>
      <p:bold xmlns:r="http://schemas.openxmlformats.org/officeDocument/2006/relationships" r:id="Rcec9a11a6ad14371"/>
      <p:italic xmlns:r="http://schemas.openxmlformats.org/officeDocument/2006/relationships" r:id="R071bf1d387244d28"/>
      <p:boldItalic xmlns:r="http://schemas.openxmlformats.org/officeDocument/2006/relationships" r:id="Rc47ee4c667f44a7c"/>
    </p:embeddedFont>
    <p:embeddedFont>
      <p:font typeface="Google Sans Flex Medium"/>
      <p:regular xmlns:r="http://schemas.openxmlformats.org/officeDocument/2006/relationships" r:id="R2e3cd8146c7649da"/>
      <p:bold xmlns:r="http://schemas.openxmlformats.org/officeDocument/2006/relationships" r:id="R7583a6efe85d4540"/>
    </p:embeddedFont>
    <p:embeddedFont>
      <p:font typeface="Google Sans Flex"/>
      <p:regular xmlns:r="http://schemas.openxmlformats.org/officeDocument/2006/relationships" r:id="R2a598786b48847d6"/>
      <p:bold xmlns:r="http://schemas.openxmlformats.org/officeDocument/2006/relationships" r:id="Re7c3231abc614887"/>
    </p:embeddedFont>
    <p:embeddedFont>
      <p:font typeface="Google Sans Flex Thin"/>
      <p:regular xmlns:r="http://schemas.openxmlformats.org/officeDocument/2006/relationships" r:id="Rc8082208c2c04d01"/>
      <p:bold xmlns:r="http://schemas.openxmlformats.org/officeDocument/2006/relationships" r:id="R2c278a1bf668463b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36CBF07F-845D-42DA-AEE9-C422CBFCC5D9}">
  <a:tblStyle styleId="{36CBF07F-845D-42DA-AEE9-C422CBFCC5D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644db10a9d4024" /><Relationship Type="http://schemas.openxmlformats.org/officeDocument/2006/relationships/slideMaster" Target="/ppt/slideMasters/slideMaster1.xml" Id="R82607b582e9247d5" /><Relationship Type="http://schemas.openxmlformats.org/officeDocument/2006/relationships/slideMaster" Target="/ppt/slideMasters/slideMaster2.xml" Id="R469e9b1339dc44e8" /><Relationship Type="http://schemas.openxmlformats.org/officeDocument/2006/relationships/notesMaster" Target="/ppt/notesMasters/notesMaster1.xml" Id="R8f00bad2c7784324" /><Relationship Type="http://schemas.openxmlformats.org/officeDocument/2006/relationships/presProps" Target="/ppt/presProps.xml" Id="Rb1cefe7551ef4b63" /><Relationship Type="http://schemas.openxmlformats.org/officeDocument/2006/relationships/viewProps" Target="/ppt/viewProps.xml" Id="Rcafca19bb2884b69" /><Relationship Type="http://schemas.openxmlformats.org/officeDocument/2006/relationships/tableStyles" Target="/ppt/tableStyles.xml" Id="R64850832ce924b8e" /><Relationship Type="http://schemas.openxmlformats.org/officeDocument/2006/relationships/font" Target="/ppt/fonts/font.dat" Id="Rbb9be00c307642f4" /><Relationship Type="http://schemas.openxmlformats.org/officeDocument/2006/relationships/font" Target="/ppt/fonts/font2.dat" Id="Rcec9a11a6ad14371" /><Relationship Type="http://schemas.openxmlformats.org/officeDocument/2006/relationships/font" Target="/ppt/fonts/font3.dat" Id="R071bf1d387244d28" /><Relationship Type="http://schemas.openxmlformats.org/officeDocument/2006/relationships/font" Target="/ppt/fonts/font4.dat" Id="Rc47ee4c667f44a7c" /><Relationship Type="http://schemas.openxmlformats.org/officeDocument/2006/relationships/font" Target="/ppt/fonts/font5.dat" Id="R2e3cd8146c7649da" /><Relationship Type="http://schemas.openxmlformats.org/officeDocument/2006/relationships/font" Target="/ppt/fonts/font6.dat" Id="R7583a6efe85d4540" /><Relationship Type="http://schemas.openxmlformats.org/officeDocument/2006/relationships/font" Target="/ppt/fonts/font7.dat" Id="R2a598786b48847d6" /><Relationship Type="http://schemas.openxmlformats.org/officeDocument/2006/relationships/font" Target="/ppt/fonts/font8.dat" Id="Re7c3231abc614887" /><Relationship Type="http://schemas.openxmlformats.org/officeDocument/2006/relationships/font" Target="/ppt/fonts/font9.dat" Id="Rc8082208c2c04d01" /><Relationship Type="http://schemas.openxmlformats.org/officeDocument/2006/relationships/font" Target="/ppt/fonts/font10.dat" Id="R2c278a1bf668463b" /><Relationship Type="http://schemas.openxmlformats.org/officeDocument/2006/relationships/slide" Target="/ppt/slides/slide1.xml" Id="Rde7b25feb0e44534" /><Relationship Type="http://schemas.openxmlformats.org/officeDocument/2006/relationships/slide" Target="/ppt/slides/slide2.xml" Id="R4b5ab6e66ce8404e" /><Relationship Type="http://schemas.openxmlformats.org/officeDocument/2006/relationships/slide" Target="/ppt/slides/slide3.xml" Id="Rbe8b3aa680944274" /><Relationship Type="http://schemas.openxmlformats.org/officeDocument/2006/relationships/slide" Target="/ppt/slides/slide4.xml" Id="R41a0ecedfa014d08" /><Relationship Type="http://schemas.openxmlformats.org/officeDocument/2006/relationships/slide" Target="/ppt/slides/slide5.xml" Id="R4400840eaef64da4" /><Relationship Type="http://schemas.openxmlformats.org/officeDocument/2006/relationships/slide" Target="/ppt/slides/slide6.xml" Id="R8ebdeee1ffab4c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33157f193dc444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7a448c375b6488f" /><Relationship Type="http://schemas.openxmlformats.org/officeDocument/2006/relationships/notesMaster" Target="/ppt/notesMasters/notesMaster1.xml" Id="R91a0977e93f1439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ad473e8c2304855" /><Relationship Type="http://schemas.openxmlformats.org/officeDocument/2006/relationships/notesMaster" Target="/ppt/notesMasters/notesMaster1.xml" Id="R4eeea46108334a5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48594dafef74883" /><Relationship Type="http://schemas.openxmlformats.org/officeDocument/2006/relationships/notesMaster" Target="/ppt/notesMasters/notesMaster1.xml" Id="R541baf22fbdf48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edcb3e998ec478a" /><Relationship Type="http://schemas.openxmlformats.org/officeDocument/2006/relationships/notesMaster" Target="/ppt/notesMasters/notesMaster1.xml" Id="Reaefe3b21926469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bcf9761dcae4cd2" /><Relationship Type="http://schemas.openxmlformats.org/officeDocument/2006/relationships/notesMaster" Target="/ppt/notesMasters/notesMaster1.xml" Id="Reb3b998f2cbe41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96c23416c1d449d" /><Relationship Type="http://schemas.openxmlformats.org/officeDocument/2006/relationships/notesMaster" Target="/ppt/notesMasters/notesMaster1.xml" Id="Rcc3b5c96430c4d0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482c138df943f1" /><Relationship Type="http://schemas.openxmlformats.org/officeDocument/2006/relationships/image" Target="/ppt/media/image.png" Id="Ra6fdbd1c3d074d6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2e00befbb54cb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c5ded17d234b1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17f9f1fd7e417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a526c63c2643f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eb780f06ba449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855e87f8c94f1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baddd493b648a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c8621c1a27453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c328e057e64c9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fa0018e59a44f6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174f87597146dd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7de0615176b4c39" /><Relationship Type="http://schemas.openxmlformats.org/officeDocument/2006/relationships/image" Target="/ppt/media/image2.png" Id="R1ed3160addd64756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a69f3ad8ab84511" /><Relationship Type="http://schemas.openxmlformats.org/officeDocument/2006/relationships/image" Target="/ppt/media/image.png" Id="R77f7fd71a32f4d58" /><Relationship Type="http://schemas.openxmlformats.org/officeDocument/2006/relationships/image" Target="/ppt/media/image3.png" Id="R8432c29070744950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82808d791184b07" /><Relationship Type="http://schemas.openxmlformats.org/officeDocument/2006/relationships/image" Target="/ppt/media/image.png" Id="Rdcba610389944668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26fcf7787f74d5b" /><Relationship Type="http://schemas.openxmlformats.org/officeDocument/2006/relationships/image" Target="/ppt/media/image.png" Id="R919c2dbd65ca48f6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cf306036d274c58" /><Relationship Type="http://schemas.openxmlformats.org/officeDocument/2006/relationships/image" Target="/ppt/media/image.png" Id="Rd92892930a3f40c8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21e0e1c5bea4ba9" /><Relationship Type="http://schemas.openxmlformats.org/officeDocument/2006/relationships/image" Target="/ppt/media/image.png" Id="R50fa020b2c6d48fa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034c3cab8c144ad" /><Relationship Type="http://schemas.openxmlformats.org/officeDocument/2006/relationships/image" Target="/ppt/media/image.png" Id="R88e2ae28d0c74c15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67ff7d7869c4d6e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c0230f5581a4980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028655748524826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b12c81a9bd6413f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d646441079847bb" /></Relationships>
</file>

<file path=ppt/slideLayouts/slideLayout1.xml><?xml version="1.0" encoding="utf-8"?>
<p:sldLayout xmlns:p="http://schemas.openxmlformats.org/presentationml/2006/main" matchingName="Title slide" type="title">
  <p:cSld name="TITLE">
    <p:bg>
      <p:bgPr>
        <a:noFill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CC55E8BE-1C56-4A6A-B9DD-63DF3DF0E5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lt1"/>
                </a:solidFill>
              </a:defRPr>
            </a:lvl1pPr>
            <a:lvl2pPr>
              <a:buNone/>
              <a:defRPr>
                <a:solidFill>
                  <a:schemeClr val="lt1"/>
                </a:solidFill>
              </a:defRPr>
            </a:lvl2pPr>
            <a:lvl3pPr>
              <a:buNone/>
              <a:defRPr>
                <a:solidFill>
                  <a:schemeClr val="lt1"/>
                </a:solidFill>
              </a:defRPr>
            </a:lvl3pPr>
            <a:lvl4pPr>
              <a:buNone/>
              <a:defRPr>
                <a:solidFill>
                  <a:schemeClr val="lt1"/>
                </a:solidFill>
              </a:defRPr>
            </a:lvl4pPr>
            <a:lvl5pPr>
              <a:buNone/>
              <a:defRPr>
                <a:solidFill>
                  <a:schemeClr val="lt1"/>
                </a:solidFill>
              </a:defRPr>
            </a:lvl5pPr>
            <a:lvl6pPr>
              <a:buNone/>
              <a:defRPr>
                <a:solidFill>
                  <a:schemeClr val="lt1"/>
                </a:solidFill>
              </a:defRPr>
            </a:lvl6pPr>
            <a:lvl7pPr>
              <a:buNone/>
              <a:defRPr>
                <a:solidFill>
                  <a:schemeClr val="lt1"/>
                </a:solidFill>
              </a:defRPr>
            </a:lvl7pPr>
            <a:lvl8pPr>
              <a:buNone/>
              <a:defRPr>
                <a:solidFill>
                  <a:schemeClr val="lt1"/>
                </a:solidFill>
              </a:defRPr>
            </a:lvl8pPr>
            <a:lvl9pPr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>
              <a:latin typeface="Google Sans Flex"/>
              <a:ea typeface="Google Sans Flex"/>
              <a:cs typeface="Google Sans Flex"/>
            </a:endParaRPr>
          </a:p>
        </p:txBody>
      </p:sp>
      <p:pic>
        <p:nvPic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179FE94A-3D27-4579-BAE3-0AF5F98BC7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fdbd1c3d074d6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97E1115E-3B3A-4BB4-B708-60F1DB75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FE2F3E1B-1361-42AF-B209-06CA91D72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6C33E460-7AB7-4CE0-89BE-3B3657E76E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D83766C9-3C7B-4431-B85F-B9ED13C095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387FD1C2-C721-459F-BFA9-22513CAA9B2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5781384D-71BF-499A-8EC1-43DD33CEBF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C31A6592-E01F-4AD9-A83B-BC3CAF3142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F38FD039-A4EE-4634-B67C-876C10436C9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5280E634-8A2D-4787-A889-5F1C0C15FDF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08BA6BE3-A8BA-47C8-B2DA-28783B602A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3AD57A07-4C79-4BC8-9114-8A76D0166C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1ABFB893-FCF3-46E8-9A6F-5A7EF244AD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2C2416F6-0D7F-4FF6-BB9E-A8898CC251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C3E3BCEE-C506-4C5F-8810-798F008FBF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7EFB30E6-9588-4077-B43A-0186E37A67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757C336A-8C17-4080-B079-65BE00804B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C55D069A-3642-4A89-85AD-107188EB5A6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871DFCDC-56F0-4EE2-BD0F-5D6D601F8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93A5A1FE-BE80-45B6-A283-B95FBDB68D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4831D4C0-6887-46BE-804A-3C1E0EAA69C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FBC5B780-F4C1-4F9F-A2E1-E7953933D9E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C8D27110-9ABA-44AD-A3C6-95F4E3B333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257EFB7B-E49F-41B2-8482-4ECCFC918B2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D7EB6268-8B74-4921-9664-AC42521380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98CBEC6F-C3B8-49D2-AA89-92C18FCAA8D0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D8AB2BA8-BFE4-4CB8-800A-1FB9D5C7C7C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F30E30C0-2535-4380-A909-00E910C05BD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8EDBE941-F27B-4135-AF7B-A55329C928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Title slide 1">
  <p:cSld name="TITLE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Google Shape;51;p13">
            <a:extLst xmlns:a="http://schemas.openxmlformats.org/drawingml/2006/main">
              <a:ext uri="{FF2B5EF4-FFF2-40B4-BE49-F238E27FC236}">
                <a16:creationId xmlns:a16="http://schemas.microsoft.com/office/drawing/2014/main" id="{D0932816-3CF1-42A5-BA86-627F1D3669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52" name="Google Shape;52;p13">
            <a:extLst xmlns:a="http://schemas.openxmlformats.org/drawingml/2006/main">
              <a:ext uri="{FF2B5EF4-FFF2-40B4-BE49-F238E27FC236}">
                <a16:creationId xmlns:a16="http://schemas.microsoft.com/office/drawing/2014/main" id="{4B3E07E0-FE15-4C9A-B0D0-896CE7006E0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53" name="Google Shape;53;p13">
            <a:extLst xmlns:a="http://schemas.openxmlformats.org/drawingml/2006/main">
              <a:ext uri="{FF2B5EF4-FFF2-40B4-BE49-F238E27FC236}">
                <a16:creationId xmlns:a16="http://schemas.microsoft.com/office/drawing/2014/main" id="{9E645E73-CC2E-4F9A-8982-D27FFF210B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3.xml><?xml version="1.0" encoding="utf-8"?>
<p:sldLayout xmlns:p="http://schemas.openxmlformats.org/presentationml/2006/main" matchingName="Title slide" type="title">
  <p:cSld name="TITLE"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7" name="Google Shape;57;p15">
            <a:extLst xmlns:a="http://schemas.openxmlformats.org/drawingml/2006/main">
              <a:ext uri="{FF2B5EF4-FFF2-40B4-BE49-F238E27FC236}">
                <a16:creationId xmlns:a16="http://schemas.microsoft.com/office/drawing/2014/main" id="{70AE49D3-9523-4C76-BB5A-BB606786DD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d3160addd6475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1200" y="1779099"/>
            <a:ext cx="2861000" cy="1890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4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16">
            <a:extLst xmlns:a="http://schemas.openxmlformats.org/drawingml/2006/main">
              <a:ext uri="{FF2B5EF4-FFF2-40B4-BE49-F238E27FC236}">
                <a16:creationId xmlns:a16="http://schemas.microsoft.com/office/drawing/2014/main" id="{E94CCC8B-8330-44C2-AB58-CFECB435A2A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60" name="Google Shape;60;p16">
            <a:extLst xmlns:a="http://schemas.openxmlformats.org/drawingml/2006/main">
              <a:ext uri="{FF2B5EF4-FFF2-40B4-BE49-F238E27FC236}">
                <a16:creationId xmlns:a16="http://schemas.microsoft.com/office/drawing/2014/main" id="{05132114-1F2B-4A97-844D-35430EA8B7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f7fd71a32f4d5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1" name="Google Shape;61;p16">
            <a:extLst xmlns:a="http://schemas.openxmlformats.org/drawingml/2006/main">
              <a:ext uri="{FF2B5EF4-FFF2-40B4-BE49-F238E27FC236}">
                <a16:creationId xmlns:a16="http://schemas.microsoft.com/office/drawing/2014/main" id="{6D4DD8CA-2444-426E-8971-50A6808F2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pic>
        <p:nvPicPr>
          <p:cNvPr id="62" name="Google Shape;62;p16">
            <a:extLst xmlns:a="http://schemas.openxmlformats.org/drawingml/2006/main">
              <a:ext uri="{FF2B5EF4-FFF2-40B4-BE49-F238E27FC236}">
                <a16:creationId xmlns:a16="http://schemas.microsoft.com/office/drawing/2014/main" id="{7DBA1D6C-A42D-444D-BED7-18214C52F6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32c2907074495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36326" y="689350"/>
            <a:ext cx="2707675" cy="37647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5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Google Shape;64;p17">
            <a:extLst xmlns:a="http://schemas.openxmlformats.org/drawingml/2006/main">
              <a:ext uri="{FF2B5EF4-FFF2-40B4-BE49-F238E27FC236}">
                <a16:creationId xmlns:a16="http://schemas.microsoft.com/office/drawing/2014/main" id="{C7E2065C-E392-4476-AFF9-C5146EB389E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65" name="Google Shape;65;p17">
            <a:extLst xmlns:a="http://schemas.openxmlformats.org/drawingml/2006/main">
              <a:ext uri="{FF2B5EF4-FFF2-40B4-BE49-F238E27FC236}">
                <a16:creationId xmlns:a16="http://schemas.microsoft.com/office/drawing/2014/main" id="{D2E5F4D1-D6C0-495F-845B-93CB51D1C0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ba61038994466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6" name="Google Shape;66;p17">
            <a:extLst xmlns:a="http://schemas.openxmlformats.org/drawingml/2006/main">
              <a:ext uri="{FF2B5EF4-FFF2-40B4-BE49-F238E27FC236}">
                <a16:creationId xmlns:a16="http://schemas.microsoft.com/office/drawing/2014/main" id="{BFC559D3-E2A3-409B-AFA7-4ED8A6D83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67" name="Google Shape;67;p17">
            <a:extLst xmlns:a="http://schemas.openxmlformats.org/drawingml/2006/main">
              <a:ext uri="{FF2B5EF4-FFF2-40B4-BE49-F238E27FC236}">
                <a16:creationId xmlns:a16="http://schemas.microsoft.com/office/drawing/2014/main" id="{88BE880B-2B15-4A09-B3F6-7B432937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750" y="514609"/>
            <a:ext cx="2837700" cy="7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5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Our Team</a:t>
            </a:r>
            <a:endParaRPr sz="45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6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Google Shape;69;p18">
            <a:extLst xmlns:a="http://schemas.openxmlformats.org/drawingml/2006/main">
              <a:ext uri="{FF2B5EF4-FFF2-40B4-BE49-F238E27FC236}">
                <a16:creationId xmlns:a16="http://schemas.microsoft.com/office/drawing/2014/main" id="{00F94ACB-190C-4485-88AE-CEDA68ED352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70" name="Google Shape;70;p18">
            <a:extLst xmlns:a="http://schemas.openxmlformats.org/drawingml/2006/main">
              <a:ext uri="{FF2B5EF4-FFF2-40B4-BE49-F238E27FC236}">
                <a16:creationId xmlns:a16="http://schemas.microsoft.com/office/drawing/2014/main" id="{816C8ED4-AD00-4433-A44C-64D168F0F5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9c2dbd65ca48f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1" name="Google Shape;71;p18">
            <a:extLst xmlns:a="http://schemas.openxmlformats.org/drawingml/2006/main">
              <a:ext uri="{FF2B5EF4-FFF2-40B4-BE49-F238E27FC236}">
                <a16:creationId xmlns:a16="http://schemas.microsoft.com/office/drawing/2014/main" id="{DA2877F2-3706-4840-A4A8-96257D47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72" name="Google Shape;72;p18">
            <a:extLst xmlns:a="http://schemas.openxmlformats.org/drawingml/2006/main">
              <a:ext uri="{FF2B5EF4-FFF2-40B4-BE49-F238E27FC236}">
                <a16:creationId xmlns:a16="http://schemas.microsoft.com/office/drawing/2014/main" id="{5EFC6E4F-22E0-43E8-A84E-4BB814E72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650" y="654125"/>
            <a:ext cx="4382700" cy="168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Challenge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Overview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Google Shape;74;p19">
            <a:extLst xmlns:a="http://schemas.openxmlformats.org/drawingml/2006/main">
              <a:ext uri="{FF2B5EF4-FFF2-40B4-BE49-F238E27FC236}">
                <a16:creationId xmlns:a16="http://schemas.microsoft.com/office/drawing/2014/main" id="{5013AB72-954C-477A-B29F-0805591020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75" name="Google Shape;75;p19">
            <a:extLst xmlns:a="http://schemas.openxmlformats.org/drawingml/2006/main">
              <a:ext uri="{FF2B5EF4-FFF2-40B4-BE49-F238E27FC236}">
                <a16:creationId xmlns:a16="http://schemas.microsoft.com/office/drawing/2014/main" id="{FFD590CC-E54C-40AB-A075-275EE6BB1B8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2892930a3f40c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6" name="Google Shape;76;p19">
            <a:extLst xmlns:a="http://schemas.openxmlformats.org/drawingml/2006/main">
              <a:ext uri="{FF2B5EF4-FFF2-40B4-BE49-F238E27FC236}">
                <a16:creationId xmlns:a16="http://schemas.microsoft.com/office/drawing/2014/main" id="{7F277DDB-9125-4BAA-B545-934C1DDA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77" name="Google Shape;77;p19">
            <a:extLst xmlns:a="http://schemas.openxmlformats.org/drawingml/2006/main">
              <a:ext uri="{FF2B5EF4-FFF2-40B4-BE49-F238E27FC236}">
                <a16:creationId xmlns:a16="http://schemas.microsoft.com/office/drawing/2014/main" id="{4BECA8F9-7D7A-4EB6-8BFF-4DD9EA52B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650" y="1111325"/>
            <a:ext cx="4382700" cy="168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Impact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20">
            <a:extLst xmlns:a="http://schemas.openxmlformats.org/drawingml/2006/main">
              <a:ext uri="{FF2B5EF4-FFF2-40B4-BE49-F238E27FC236}">
                <a16:creationId xmlns:a16="http://schemas.microsoft.com/office/drawing/2014/main" id="{283BA7D1-53F6-4359-85B0-E347DBC6E6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80" name="Google Shape;80;p20">
            <a:extLst xmlns:a="http://schemas.openxmlformats.org/drawingml/2006/main">
              <a:ext uri="{FF2B5EF4-FFF2-40B4-BE49-F238E27FC236}">
                <a16:creationId xmlns:a16="http://schemas.microsoft.com/office/drawing/2014/main" id="{F5358F18-529C-4E59-9739-D152DF4BB9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fa020b2c6d48f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1" name="Google Shape;81;p20">
            <a:extLst xmlns:a="http://schemas.openxmlformats.org/drawingml/2006/main">
              <a:ext uri="{FF2B5EF4-FFF2-40B4-BE49-F238E27FC236}">
                <a16:creationId xmlns:a16="http://schemas.microsoft.com/office/drawing/2014/main" id="{00C7F4DC-8111-4A20-A57E-F0F80D7A2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82" name="Google Shape;82;p20">
            <a:extLst xmlns:a="http://schemas.openxmlformats.org/drawingml/2006/main">
              <a:ext uri="{FF2B5EF4-FFF2-40B4-BE49-F238E27FC236}">
                <a16:creationId xmlns:a16="http://schemas.microsoft.com/office/drawing/2014/main" id="{B091998E-C227-4B1C-B9B0-FE696E4A0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7025" y="490822"/>
            <a:ext cx="4382700" cy="100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Sources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9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Google Shape;84;p21">
            <a:extLst xmlns:a="http://schemas.openxmlformats.org/drawingml/2006/main">
              <a:ext uri="{FF2B5EF4-FFF2-40B4-BE49-F238E27FC236}">
                <a16:creationId xmlns:a16="http://schemas.microsoft.com/office/drawing/2014/main" id="{DE533329-4DDA-4881-841D-43DBB3C4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646" y="662463"/>
            <a:ext cx="2679600" cy="100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Prototype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   Architecture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85" name="Google Shape;85;p21">
            <a:extLst xmlns:a="http://schemas.openxmlformats.org/drawingml/2006/main">
              <a:ext uri="{FF2B5EF4-FFF2-40B4-BE49-F238E27FC236}">
                <a16:creationId xmlns:a16="http://schemas.microsoft.com/office/drawing/2014/main" id="{BE9BA2A3-56F2-4564-B33E-68B10C731F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86" name="Google Shape;86;p21">
            <a:extLst xmlns:a="http://schemas.openxmlformats.org/drawingml/2006/main">
              <a:ext uri="{FF2B5EF4-FFF2-40B4-BE49-F238E27FC236}">
                <a16:creationId xmlns:a16="http://schemas.microsoft.com/office/drawing/2014/main" id="{37A0AC80-6232-43B4-B600-899A07B5C6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e2ae28d0c74c15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7" name="Google Shape;87;p21">
            <a:extLst xmlns:a="http://schemas.openxmlformats.org/drawingml/2006/main">
              <a:ext uri="{FF2B5EF4-FFF2-40B4-BE49-F238E27FC236}">
                <a16:creationId xmlns:a16="http://schemas.microsoft.com/office/drawing/2014/main" id="{6B67F3F8-E280-41D2-BD0F-DA6AB08E7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Google Shape;89;p22">
            <a:extLst xmlns:a="http://schemas.openxmlformats.org/drawingml/2006/main">
              <a:ext uri="{FF2B5EF4-FFF2-40B4-BE49-F238E27FC236}">
                <a16:creationId xmlns:a16="http://schemas.microsoft.com/office/drawing/2014/main" id="{3A7C3B83-B6C3-4D67-8956-DABCC07B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2">
            <a:extLst xmlns:a="http://schemas.openxmlformats.org/drawingml/2006/main">
              <a:ext uri="{FF2B5EF4-FFF2-40B4-BE49-F238E27FC236}">
                <a16:creationId xmlns:a16="http://schemas.microsoft.com/office/drawing/2014/main" id="{1961CE57-3222-4F82-9474-122258AD2D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 xmlns:a="http://schemas.openxmlformats.org/drawingml/2006/main"/>
        </p:txBody>
      </p:sp>
      <p:sp>
        <p:nvSpPr>
          <p:cNvPr id="91" name="Google Shape;91;p22">
            <a:extLst xmlns:a="http://schemas.openxmlformats.org/drawingml/2006/main">
              <a:ext uri="{FF2B5EF4-FFF2-40B4-BE49-F238E27FC236}">
                <a16:creationId xmlns:a16="http://schemas.microsoft.com/office/drawing/2014/main" id="{B3A829B3-A82F-4C75-A268-D994A48EAB5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92" name="Google Shape;92;p22">
            <a:extLst xmlns:a="http://schemas.openxmlformats.org/drawingml/2006/main">
              <a:ext uri="{FF2B5EF4-FFF2-40B4-BE49-F238E27FC236}">
                <a16:creationId xmlns:a16="http://schemas.microsoft.com/office/drawing/2014/main" id="{96DAD031-27F9-4079-9C5B-438818F3C0D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3" name="Google Shape;93;p22">
            <a:extLst xmlns:a="http://schemas.openxmlformats.org/drawingml/2006/main">
              <a:ext uri="{FF2B5EF4-FFF2-40B4-BE49-F238E27FC236}">
                <a16:creationId xmlns:a16="http://schemas.microsoft.com/office/drawing/2014/main" id="{EA41B55E-DFBA-4BD1-912B-2A6952BDD9F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1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5" name="Google Shape;95;p23">
            <a:extLst xmlns:a="http://schemas.openxmlformats.org/drawingml/2006/main">
              <a:ext uri="{FF2B5EF4-FFF2-40B4-BE49-F238E27FC236}">
                <a16:creationId xmlns:a16="http://schemas.microsoft.com/office/drawing/2014/main" id="{D92D2E58-8242-43D8-B4B7-B6138D2547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 xmlns:a="http://schemas.openxmlformats.org/drawingml/2006/main"/>
        </p:txBody>
      </p:sp>
      <p:sp>
        <p:nvSpPr>
          <p:cNvPr id="96" name="Google Shape;96;p23">
            <a:extLst xmlns:a="http://schemas.openxmlformats.org/drawingml/2006/main">
              <a:ext uri="{FF2B5EF4-FFF2-40B4-BE49-F238E27FC236}">
                <a16:creationId xmlns:a16="http://schemas.microsoft.com/office/drawing/2014/main" id="{726EDB5B-EF37-4CB4-BF8C-9A462DBCD2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Google Shape;98;p24">
            <a:extLst xmlns:a="http://schemas.openxmlformats.org/drawingml/2006/main">
              <a:ext uri="{FF2B5EF4-FFF2-40B4-BE49-F238E27FC236}">
                <a16:creationId xmlns:a16="http://schemas.microsoft.com/office/drawing/2014/main" id="{22F66D71-CF27-4D6D-A7CD-FCED9B740C5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99" name="Google Shape;99;p24">
            <a:extLst xmlns:a="http://schemas.openxmlformats.org/drawingml/2006/main">
              <a:ext uri="{FF2B5EF4-FFF2-40B4-BE49-F238E27FC236}">
                <a16:creationId xmlns:a16="http://schemas.microsoft.com/office/drawing/2014/main" id="{877E41E3-FE33-4F4C-B561-101BACE79F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00" name="Google Shape;100;p24">
            <a:extLst xmlns:a="http://schemas.openxmlformats.org/drawingml/2006/main">
              <a:ext uri="{FF2B5EF4-FFF2-40B4-BE49-F238E27FC236}">
                <a16:creationId xmlns:a16="http://schemas.microsoft.com/office/drawing/2014/main" id="{C4F4B4AD-7497-4040-B549-4687B1100EE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25">
            <a:extLst xmlns:a="http://schemas.openxmlformats.org/drawingml/2006/main">
              <a:ext uri="{FF2B5EF4-FFF2-40B4-BE49-F238E27FC236}">
                <a16:creationId xmlns:a16="http://schemas.microsoft.com/office/drawing/2014/main" id="{B275D485-9346-42A2-BF7C-C611125524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Title slide 1">
  <p:cSld name="TITLE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4" name="Google Shape;104;p26">
            <a:extLst xmlns:a="http://schemas.openxmlformats.org/drawingml/2006/main">
              <a:ext uri="{FF2B5EF4-FFF2-40B4-BE49-F238E27FC236}">
                <a16:creationId xmlns:a16="http://schemas.microsoft.com/office/drawing/2014/main" id="{584E9F15-A8C2-4741-9213-5496C75364D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 xmlns:a="http://schemas.openxmlformats.org/drawingml/2006/main"/>
        </p:txBody>
      </p:sp>
      <p:sp>
        <p:nvSpPr>
          <p:cNvPr id="105" name="Google Shape;105;p26">
            <a:extLst xmlns:a="http://schemas.openxmlformats.org/drawingml/2006/main">
              <a:ext uri="{FF2B5EF4-FFF2-40B4-BE49-F238E27FC236}">
                <a16:creationId xmlns:a16="http://schemas.microsoft.com/office/drawing/2014/main" id="{34365CC2-A889-4D75-9A11-0099D29B80C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06" name="Google Shape;106;p26">
            <a:extLst xmlns:a="http://schemas.openxmlformats.org/drawingml/2006/main">
              <a:ext uri="{FF2B5EF4-FFF2-40B4-BE49-F238E27FC236}">
                <a16:creationId xmlns:a16="http://schemas.microsoft.com/office/drawing/2014/main" id="{D5834EAE-44FB-40D1-8D9F-BE5E10AFAD9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e7c84cdd32a4325" /><Relationship Type="http://schemas.openxmlformats.org/officeDocument/2006/relationships/slideLayout" Target="/ppt/slideLayouts/slideLayout1.xml" Id="R9f39ef9a87c84a0e" /><Relationship Type="http://schemas.openxmlformats.org/officeDocument/2006/relationships/slideLayout" Target="/ppt/slideLayouts/slideLayout2.xml" Id="R13807ac4006443a7" /><Relationship Type="http://schemas.openxmlformats.org/officeDocument/2006/relationships/slideLayout" Target="/ppt/slideLayouts/slideLayout3.xml" Id="Rc3da6b2079f248d2" /><Relationship Type="http://schemas.openxmlformats.org/officeDocument/2006/relationships/slideLayout" Target="/ppt/slideLayouts/slideLayout4.xml" Id="Ra695c742af1c4fa9" /><Relationship Type="http://schemas.openxmlformats.org/officeDocument/2006/relationships/slideLayout" Target="/ppt/slideLayouts/slideLayout5.xml" Id="R9c72e1e9398449f8" /><Relationship Type="http://schemas.openxmlformats.org/officeDocument/2006/relationships/slideLayout" Target="/ppt/slideLayouts/slideLayout6.xml" Id="R7e41718f403a46fe" /><Relationship Type="http://schemas.openxmlformats.org/officeDocument/2006/relationships/slideLayout" Target="/ppt/slideLayouts/slideLayout7.xml" Id="R1670cc8421c2444a" /><Relationship Type="http://schemas.openxmlformats.org/officeDocument/2006/relationships/slideLayout" Target="/ppt/slideLayouts/slideLayout8.xml" Id="R8e661705641c41d2" /><Relationship Type="http://schemas.openxmlformats.org/officeDocument/2006/relationships/slideLayout" Target="/ppt/slideLayouts/slideLayout9.xml" Id="R1a9d41ae02d844d0" /><Relationship Type="http://schemas.openxmlformats.org/officeDocument/2006/relationships/slideLayout" Target="/ppt/slideLayouts/slideLayout10.xml" Id="Ra9b02b1e657643b5" /><Relationship Type="http://schemas.openxmlformats.org/officeDocument/2006/relationships/slideLayout" Target="/ppt/slideLayouts/slideLayout11.xml" Id="R66ce2621f0154151" /><Relationship Type="http://schemas.openxmlformats.org/officeDocument/2006/relationships/slideLayout" Target="/ppt/slideLayouts/slideLayout12.xml" Id="R95c6bc9fff2b429b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5228b9df9c6b4e67" /><Relationship Type="http://schemas.openxmlformats.org/officeDocument/2006/relationships/slideLayout" Target="/ppt/slideLayouts/slideLayout13.xml" Id="R6553af145943440f" /><Relationship Type="http://schemas.openxmlformats.org/officeDocument/2006/relationships/slideLayout" Target="/ppt/slideLayouts/slideLayout14.xml" Id="Rc79b36fd4feb4cef" /><Relationship Type="http://schemas.openxmlformats.org/officeDocument/2006/relationships/slideLayout" Target="/ppt/slideLayouts/slideLayout15.xml" Id="R385b3f3587774838" /><Relationship Type="http://schemas.openxmlformats.org/officeDocument/2006/relationships/slideLayout" Target="/ppt/slideLayouts/slideLayout16.xml" Id="R8e52cb8569da47ea" /><Relationship Type="http://schemas.openxmlformats.org/officeDocument/2006/relationships/slideLayout" Target="/ppt/slideLayouts/slideLayout17.xml" Id="R6453905bce86470d" /><Relationship Type="http://schemas.openxmlformats.org/officeDocument/2006/relationships/slideLayout" Target="/ppt/slideLayouts/slideLayout18.xml" Id="R816b96cc532f45e0" /><Relationship Type="http://schemas.openxmlformats.org/officeDocument/2006/relationships/slideLayout" Target="/ppt/slideLayouts/slideLayout19.xml" Id="Rca9b60de79dd4103" /><Relationship Type="http://schemas.openxmlformats.org/officeDocument/2006/relationships/slideLayout" Target="/ppt/slideLayouts/slideLayout20.xml" Id="R26c2bc3d4b824819" /><Relationship Type="http://schemas.openxmlformats.org/officeDocument/2006/relationships/slideLayout" Target="/ppt/slideLayouts/slideLayout21.xml" Id="R5c8a92722f144904" /><Relationship Type="http://schemas.openxmlformats.org/officeDocument/2006/relationships/slideLayout" Target="/ppt/slideLayouts/slideLayout22.xml" Id="R437d9a71923b431b" /><Relationship Type="http://schemas.openxmlformats.org/officeDocument/2006/relationships/slideLayout" Target="/ppt/slideLayouts/slideLayout23.xml" Id="Rc899cdb7d49049ab" /><Relationship Type="http://schemas.openxmlformats.org/officeDocument/2006/relationships/slideLayout" Target="/ppt/slideLayouts/slideLayout24.xml" Id="R59ac62014d594d17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CDC7D92A-3526-4B79-9D5E-4490CA5E46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682A5327-15AA-4100-9195-0675BB4B67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42E35E9A-593D-49F9-A6D3-B0122B16CD4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39ef9a87c84a0e"/>
    <p:sldLayoutId xmlns:r="http://schemas.openxmlformats.org/officeDocument/2006/relationships" id="2147483650" r:id="R13807ac4006443a7"/>
    <p:sldLayoutId xmlns:r="http://schemas.openxmlformats.org/officeDocument/2006/relationships" id="2147483651" r:id="Rc3da6b2079f248d2"/>
    <p:sldLayoutId xmlns:r="http://schemas.openxmlformats.org/officeDocument/2006/relationships" id="2147483652" r:id="Ra695c742af1c4fa9"/>
    <p:sldLayoutId xmlns:r="http://schemas.openxmlformats.org/officeDocument/2006/relationships" id="2147483653" r:id="R9c72e1e9398449f8"/>
    <p:sldLayoutId xmlns:r="http://schemas.openxmlformats.org/officeDocument/2006/relationships" id="2147483654" r:id="R7e41718f403a46fe"/>
    <p:sldLayoutId xmlns:r="http://schemas.openxmlformats.org/officeDocument/2006/relationships" id="2147483655" r:id="R1670cc8421c2444a"/>
    <p:sldLayoutId xmlns:r="http://schemas.openxmlformats.org/officeDocument/2006/relationships" id="2147483656" r:id="R8e661705641c41d2"/>
    <p:sldLayoutId xmlns:r="http://schemas.openxmlformats.org/officeDocument/2006/relationships" id="2147483657" r:id="R1a9d41ae02d844d0"/>
    <p:sldLayoutId xmlns:r="http://schemas.openxmlformats.org/officeDocument/2006/relationships" id="2147483658" r:id="Ra9b02b1e657643b5"/>
    <p:sldLayoutId xmlns:r="http://schemas.openxmlformats.org/officeDocument/2006/relationships" id="2147483659" r:id="R66ce2621f0154151"/>
    <p:sldLayoutId xmlns:r="http://schemas.openxmlformats.org/officeDocument/2006/relationships" id="2147483660" r:id="R95c6bc9fff2b429b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Google Shape;55;p14">
            <a:extLst xmlns:a="http://schemas.openxmlformats.org/drawingml/2006/main">
              <a:ext uri="{FF2B5EF4-FFF2-40B4-BE49-F238E27FC236}">
                <a16:creationId xmlns:a16="http://schemas.microsoft.com/office/drawing/2014/main" id="{EE61AE80-53C1-41F3-A033-2F20DC5330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2" r:id="R6553af145943440f"/>
    <p:sldLayoutId xmlns:r="http://schemas.openxmlformats.org/officeDocument/2006/relationships" id="2147483663" r:id="Rc79b36fd4feb4cef"/>
    <p:sldLayoutId xmlns:r="http://schemas.openxmlformats.org/officeDocument/2006/relationships" id="2147483664" r:id="R385b3f3587774838"/>
    <p:sldLayoutId xmlns:r="http://schemas.openxmlformats.org/officeDocument/2006/relationships" id="2147483665" r:id="R8e52cb8569da47ea"/>
    <p:sldLayoutId xmlns:r="http://schemas.openxmlformats.org/officeDocument/2006/relationships" id="2147483666" r:id="R6453905bce86470d"/>
    <p:sldLayoutId xmlns:r="http://schemas.openxmlformats.org/officeDocument/2006/relationships" id="2147483667" r:id="R816b96cc532f45e0"/>
    <p:sldLayoutId xmlns:r="http://schemas.openxmlformats.org/officeDocument/2006/relationships" id="2147483668" r:id="Rca9b60de79dd4103"/>
    <p:sldLayoutId xmlns:r="http://schemas.openxmlformats.org/officeDocument/2006/relationships" id="2147483669" r:id="R26c2bc3d4b824819"/>
    <p:sldLayoutId xmlns:r="http://schemas.openxmlformats.org/officeDocument/2006/relationships" id="2147483670" r:id="R5c8a92722f144904"/>
    <p:sldLayoutId xmlns:r="http://schemas.openxmlformats.org/officeDocument/2006/relationships" id="2147483671" r:id="R437d9a71923b431b"/>
    <p:sldLayoutId xmlns:r="http://schemas.openxmlformats.org/officeDocument/2006/relationships" id="2147483672" r:id="Rc899cdb7d49049ab"/>
    <p:sldLayoutId xmlns:r="http://schemas.openxmlformats.org/officeDocument/2006/relationships" id="2147483673" r:id="R59ac62014d594d17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025b87e467d94724" /><Relationship Type="http://schemas.openxmlformats.org/officeDocument/2006/relationships/image" Target="/ppt/media/image4.png" Id="Rcd5adcab418a4c05" /><Relationship Type="http://schemas.openxmlformats.org/officeDocument/2006/relationships/notesSlide" Target="/ppt/notesSlides/notesSlide1.xml" Id="Rc440c161d0174b9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efb8d4279c9a42e6" /><Relationship Type="http://schemas.openxmlformats.org/officeDocument/2006/relationships/notesSlide" Target="/ppt/notesSlides/notesSlide2.xml" Id="R00d5815d95f0423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008e00189b074a29" /><Relationship Type="http://schemas.openxmlformats.org/officeDocument/2006/relationships/image" Target="/ppt/media/image5.png" Id="R3ed43c4e304a48ee" /><Relationship Type="http://schemas.openxmlformats.org/officeDocument/2006/relationships/image" Target="/ppt/media/image6.png" Id="Rda1f92292c574388" /><Relationship Type="http://schemas.openxmlformats.org/officeDocument/2006/relationships/notesSlide" Target="/ppt/notesSlides/notesSlide3.xml" Id="Rd33e8b3d3e464d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5b9b6f30c60b4a7d" /><Relationship Type="http://schemas.openxmlformats.org/officeDocument/2006/relationships/image" Target="/ppt/media/image7.png" Id="R33d234c464284dd0" /><Relationship Type="http://schemas.openxmlformats.org/officeDocument/2006/relationships/image" Target="/ppt/media/image3.png" Id="R41aa9b602dd2441f" /><Relationship Type="http://schemas.openxmlformats.org/officeDocument/2006/relationships/notesSlide" Target="/ppt/notesSlides/notesSlide4.xml" Id="R31ebd01db2c8476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f8bc241b018b46c3" /><Relationship Type="http://schemas.openxmlformats.org/officeDocument/2006/relationships/image" Target="/ppt/media/image8.png" Id="R2c9fbbe476234a4a" /><Relationship Type="http://schemas.openxmlformats.org/officeDocument/2006/relationships/notesSlide" Target="/ppt/notesSlides/notesSlide5.xml" Id="R642c5afa8ea74c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0edf0aa781674d25" /><Relationship Type="http://schemas.openxmlformats.org/officeDocument/2006/relationships/notesSlide" Target="/ppt/notesSlides/notesSlide6.xml" Id="R3c53cd4833dd4f7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9" name="Google Shape;119;p28">
            <a:extLst xmlns:a="http://schemas.openxmlformats.org/drawingml/2006/main">
              <a:ext uri="{FF2B5EF4-FFF2-40B4-BE49-F238E27FC236}">
                <a16:creationId xmlns:a16="http://schemas.microsoft.com/office/drawing/2014/main" id="{8E08617D-7D17-4604-8D94-ADC4A079A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0775" y="2586700"/>
            <a:ext cx="3080700" cy="6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1650" tIns="61650" rIns="61650" bIns="6165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No One Left Behind</a:t>
            </a:r>
            <a:endParaRPr sz="24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  <p:pic>
        <p:nvPicPr>
          <p:cNvPr id="120" name="Google Shape;120;p28">
            <a:extLst xmlns:a="http://schemas.openxmlformats.org/drawingml/2006/main">
              <a:ext uri="{FF2B5EF4-FFF2-40B4-BE49-F238E27FC236}">
                <a16:creationId xmlns:a16="http://schemas.microsoft.com/office/drawing/2014/main" id="{B747C271-DCC1-41AF-8448-0BF5508E39C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5adcab418a4c05">
            <a:alphaModFix/>
          </a:blip>
          <a:srcRect xmlns:a="http://schemas.openxmlformats.org/drawingml/2006/main" l="0" t="27378" r="0" b="25727"/>
          <a:stretch xmlns:a="http://schemas.openxmlformats.org/drawingml/2006/main"/>
        </p:blipFill>
        <p:spPr>
          <a:xfrm xmlns:a="http://schemas.openxmlformats.org/drawingml/2006/main" rot="10800000" flipH="1">
            <a:off x="3586375" y="2509998"/>
            <a:ext cx="2276050" cy="6003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5622738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aphicFrame>
        <p:nvGraphicFramePr>
          <p:cNvPr id="125" name="Google Shape;125;p29">
            <a:extLst xmlns:a="http://schemas.openxmlformats.org/drawingml/2006/main">
              <a:ext uri="{FF2B5EF4-FFF2-40B4-BE49-F238E27FC236}">
                <a16:creationId xmlns:a16="http://schemas.microsoft.com/office/drawing/2014/main" id="{683C3AEF-F0D4-4CD7-BAAB-5012611A670D}"/>
              </a:ext>
            </a:extLst>
          </p:cNvPr>
          <p:cNvGraphicFramePr/>
          <p:nvPr/>
        </p:nvGraphicFramePr>
        <p:xfrm>
          <a:off xmlns:a="http://schemas.openxmlformats.org/drawingml/2006/main" x="577750" y="1357275"/>
          <a:ext xmlns:a="http://schemas.openxmlformats.org/drawingml/2006/main" cx="3000000" cy="3000000"/>
        </p:xfrm>
        <a:graphic xmlns:a="http://schemas.openxmlformats.org/drawingml/2006/main">
          <a:graphicData uri="http://schemas.openxmlformats.org/drawingml/2006/table">
            <a:tbl>
              <a:tblPr>
                <a:tableStyleId>{36CBF07F-845D-42DA-AEE9-C422CBFCC5D9}</a:tableStyleId>
              </a:tblPr>
              <a:tblGrid>
                <a:gridCol w="1352950"/>
                <a:gridCol w="1352950"/>
                <a:gridCol w="1238050"/>
                <a:gridCol w="1467825"/>
                <a:gridCol w="1352950"/>
                <a:gridCol w="1352950"/>
              </a:tblGrid>
              <a:tr h="399675"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NAME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EMAIL</a:t>
                      </a:r>
                      <a:endParaRPr sz="800" b="1"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PHONE</a:t>
                      </a:r>
                      <a:endParaRPr sz="800" b="1"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FILMING AVAILABILITY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28575" marR="28575" marT="19050" marB="19050" anchor="ctr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PROJECT SHARING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28575" marR="28575" marT="19050" marB="19050" anchor="ctr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SHARE WITH</a:t>
                      </a:r>
                      <a:endParaRPr sz="600"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Julian Diaz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juliand.odiaz@gmail.com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 i="1"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Hossein Rahmani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rahmani.hossein1380@gmail.com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Himanshu Jha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himanshu2007jha@gmail.com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Frontend Lead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student-01-b08d8ba1c5d4@qwiklabs.net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role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Product / story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Agent / backend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Data / validation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UI / testing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Shared repo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Project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Florida Adaptive Evacuation Readiness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Lee County, FL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Agents for Impact 2026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GitHub link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Video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Under 3 minutes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Screen share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recording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Submit with deck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Qwiklabs link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Ready to confirm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Phone: confirm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Availability: confirm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Repo sharing: 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Contacts above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6" name="Google Shape;126;p29">
            <a:extLst xmlns:a="http://schemas.openxmlformats.org/drawingml/2006/main">
              <a:ext uri="{FF2B5EF4-FFF2-40B4-BE49-F238E27FC236}">
                <a16:creationId xmlns:a16="http://schemas.microsoft.com/office/drawing/2014/main" id="{3A2AA038-D7FC-48CE-A72A-3C775939FD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27" name="Google Shape;127;p29">
            <a:extLst xmlns:a="http://schemas.openxmlformats.org/drawingml/2006/main">
              <a:ext uri="{FF2B5EF4-FFF2-40B4-BE49-F238E27FC236}">
                <a16:creationId xmlns:a16="http://schemas.microsoft.com/office/drawing/2014/main" id="{569AAFC1-7013-456D-A8B6-7A23202A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5450" y="567011"/>
            <a:ext cx="5330100" cy="68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Filming Availability: </a:t>
            </a:r>
            <a:r>
              <a:rPr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Should your team be selected as the winner, indicate if and when you are able to return to the Opera House between 1-4PM on 10/21 to film a team pitch of your project. 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Project Sharing: </a:t>
            </a:r>
            <a:r>
              <a:rPr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Mark “yes” if you are OK with us sharing what you built with your team at work.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Share With: </a:t>
            </a:r>
            <a:r>
              <a:rPr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If “yes” to the above, is there anyone specific you’d like us to share it with at work?  Provide email(s).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</p:spTree>
    <p:extLst>
      <p:ext uri="{BB962C8B-B14F-4D97-AF65-F5344CB8AC3E}">
        <p14:creationId xmlns:p14="http://schemas.microsoft.com/office/powerpoint/2010/main" val="8079015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2" name="Google Shape;132;p30">
            <a:extLst xmlns:a="http://schemas.openxmlformats.org/drawingml/2006/main">
              <a:ext uri="{FF2B5EF4-FFF2-40B4-BE49-F238E27FC236}">
                <a16:creationId xmlns:a16="http://schemas.microsoft.com/office/drawing/2014/main" id="{21F54385-B763-4950-9B9E-EEE2F61877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33" name="Google Shape;133;p30">
            <a:extLst xmlns:a="http://schemas.openxmlformats.org/drawingml/2006/main">
              <a:ext uri="{FF2B5EF4-FFF2-40B4-BE49-F238E27FC236}">
                <a16:creationId xmlns:a16="http://schemas.microsoft.com/office/drawing/2014/main" id="{04B74631-F261-43D1-8830-D50C0E1FAF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d43c4e304a48ee">
            <a:alphaModFix/>
          </a:blip>
          <a:srcRect xmlns:a="http://schemas.openxmlformats.org/drawingml/2006/main" l="36213" t="0" r="362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1774475" y="471199"/>
            <a:ext cx="1003551" cy="2048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4" name="Google Shape;134;p30">
            <a:extLst xmlns:a="http://schemas.openxmlformats.org/drawingml/2006/main">
              <a:ext uri="{FF2B5EF4-FFF2-40B4-BE49-F238E27FC236}">
                <a16:creationId xmlns:a16="http://schemas.microsoft.com/office/drawing/2014/main" id="{194B2A76-D1DC-4F99-B827-A5675C0776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a1f92292c574388">
            <a:alphaModFix/>
          </a:blip>
          <a:srcRect xmlns:a="http://schemas.openxmlformats.org/drawingml/2006/main" l="32349" t="0" r="40091" b="0"/>
          <a:stretch xmlns:a="http://schemas.openxmlformats.org/drawingml/2006/main"/>
        </p:blipFill>
        <p:spPr>
          <a:xfrm xmlns:a="http://schemas.openxmlformats.org/drawingml/2006/main" rot="10800000">
            <a:off x="6382750" y="506306"/>
            <a:ext cx="1003551" cy="2048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5" name="Google Shape;135;p30">
            <a:extLst xmlns:a="http://schemas.openxmlformats.org/drawingml/2006/main">
              <a:ext uri="{FF2B5EF4-FFF2-40B4-BE49-F238E27FC236}">
                <a16:creationId xmlns:a16="http://schemas.microsoft.com/office/drawing/2014/main" id="{A04DDCF3-42FF-4C3B-95A9-11776FDA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600" y="2637075"/>
            <a:ext cx="3604800" cy="41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>
            <a:defPPr>
              <a:defRPr sz="975">
                <a:solidFill>
                  <a:srgbClr val="FFFFFF"/>
                </a:solidFill>
              </a:defRPr>
            </a:defPPr>
            <a:lvl1pPr>
              <a:defRPr sz="975">
                <a:solidFill>
                  <a:srgbClr val="FFFFFF"/>
                </a:solidFill>
              </a:defRPr>
            </a:lvl1pPr>
            <a:lvl2pPr>
              <a:defRPr sz="975">
                <a:solidFill>
                  <a:srgbClr val="FFFFFF"/>
                </a:solidFill>
              </a:defRPr>
            </a:lvl2pPr>
            <a:lvl3pPr>
              <a:defRPr sz="975">
                <a:solidFill>
                  <a:srgbClr val="FFFFFF"/>
                </a:solidFill>
              </a:defRPr>
            </a:lvl3pPr>
            <a:lvl4pPr>
              <a:defRPr sz="975">
                <a:solidFill>
                  <a:srgbClr val="FFFFFF"/>
                </a:solidFill>
              </a:defRPr>
            </a:lvl4pPr>
            <a:lvl5pPr>
              <a:defRPr sz="975">
                <a:solidFill>
                  <a:srgbClr val="FFFFFF"/>
                </a:solidFill>
              </a:defRPr>
            </a:lvl5pPr>
            <a:lvl6pPr>
              <a:defRPr sz="975">
                <a:solidFill>
                  <a:srgbClr val="FFFFFF"/>
                </a:solidFill>
              </a:defRPr>
            </a:lvl6pPr>
            <a:lvl7pPr>
              <a:defRPr sz="975">
                <a:solidFill>
                  <a:srgbClr val="FFFFFF"/>
                </a:solidFill>
              </a:defRPr>
            </a:lvl7pPr>
            <a:lvl8pPr>
              <a:defRPr sz="975">
                <a:solidFill>
                  <a:srgbClr val="FFFFFF"/>
                </a:solidFill>
              </a:defRPr>
            </a:lvl8pPr>
            <a:lvl9pPr>
              <a:defRPr sz="975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Challenge Overview</a:t>
            </a:r>
            <a:endParaRPr sz="12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2100"/>
              </a:spcBef>
              <a:spcAft>
                <a:spcPts val="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Lee County needs a pre-landfall plan for residents who cannot self-evacuate.</a:t>
            </a:r>
            <a:endParaRPr sz="1200">
              <a:solidFill>
                <a:srgbClr val="F8F8F8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2100"/>
              </a:spcBef>
              <a:spcAft>
                <a:spcPts val="210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</a:endParaRPr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2100"/>
              </a:spcBef>
              <a:spcAft>
                <a:spcPts val="210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Ian’s median age of death was in the seventies. 3,840 households lack a vehicle; 1,420 residents depend on medical power.</a:t>
            </a:r>
            <a:endParaRPr sz="12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</a:endParaRPr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2100"/>
              </a:spcBef>
              <a:spcAft>
                <a:spcPts val="210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</a:endParaRPr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2100"/>
              </a:spcBef>
              <a:spcAft>
                <a:spcPts val="210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The county and its community partners need one shared plan.</a:t>
            </a:r>
            <a:endParaRPr sz="12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  <p:extLst>
      <p:ext uri="{BB962C8B-B14F-4D97-AF65-F5344CB8AC3E}">
        <p14:creationId xmlns:p14="http://schemas.microsoft.com/office/powerpoint/2010/main" val="7660601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31">
            <a:extLst xmlns:a="http://schemas.openxmlformats.org/drawingml/2006/main">
              <a:ext uri="{FF2B5EF4-FFF2-40B4-BE49-F238E27FC236}">
                <a16:creationId xmlns:a16="http://schemas.microsoft.com/office/drawing/2014/main" id="{1556C0E6-FC2E-492E-984F-4DDCEC00F9A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41" name="Google Shape;141;p31">
            <a:extLst xmlns:a="http://schemas.openxmlformats.org/drawingml/2006/main">
              <a:ext uri="{FF2B5EF4-FFF2-40B4-BE49-F238E27FC236}">
                <a16:creationId xmlns:a16="http://schemas.microsoft.com/office/drawing/2014/main" id="{967A2470-8517-470D-9D8B-05F6F657B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5575" y="2405175"/>
            <a:ext cx="3862800" cy="4582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1200"/>
              </a:spcBef>
              <a:spcAft>
                <a:spcPts val="2100"/>
              </a:spcAft>
              <a:buNone/>
            </a:pPr>
            <a:r>
              <a:rPr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Our Agent</a:t>
            </a:r>
            <a:endParaRPr sz="1200"/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1200"/>
              </a:spcBef>
              <a:spcAft>
                <a:spcPts val="2100"/>
              </a:spcAft>
              <a:buNone/>
            </a:pPr>
            <a:r>
              <a:rPr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The planner asks which areas are hardest to evacuate. The agent ranks risk from BigQuery gold tables, finds nearby outreach hubs, grounds shelter places with Google Maps, and creates a human validation task for what the data cannot confirm.</a:t>
            </a:r>
            <a:endParaRPr sz="1200"/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1200"/>
              </a:spcBef>
              <a:spcAft>
                <a:spcPts val="2100"/>
              </a:spcAft>
              <a:buNone/>
            </a:pPr>
            <a:r>
              <a:rPr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/>
            </a:r>
            <a:endParaRPr sz="1200"/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1200"/>
              </a:spcBef>
              <a:spcAft>
                <a:spcPts val="2100"/>
              </a:spcAft>
              <a:buNone/>
            </a:pPr>
            <a:r>
              <a:rPr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Positive outcome</a:t>
            </a:r>
            <a:endParaRPr sz="1200"/>
          </a:p>
          <a:p xmlns:a="http://schemas.openxmlformats.org/drawingml/2006/main">
            <a:pPr marL="0" lvl="0" indent="0" algn="ctr">
              <a:lnSpc>
                <a:spcPct val="105000"/>
              </a:lnSpc>
              <a:spcBef>
                <a:spcPts val="1200"/>
              </a:spcBef>
              <a:spcAft>
                <a:spcPts val="2100"/>
              </a:spcAft>
              <a:buNone/>
            </a:pPr>
            <a:r>
              <a:rPr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A county brief that names the next partner conversation, the right destination, the right backup, and the peer network needed to reach residents before landfall.</a:t>
            </a:r>
            <a:endParaRPr sz="1200"/>
          </a:p>
        </p:txBody>
      </p:sp>
      <p:pic>
        <p:nvPicPr>
          <p:cNvPr id="142" name="Google Shape;142;p31">
            <a:extLst xmlns:a="http://schemas.openxmlformats.org/drawingml/2006/main">
              <a:ext uri="{FF2B5EF4-FFF2-40B4-BE49-F238E27FC236}">
                <a16:creationId xmlns:a16="http://schemas.microsoft.com/office/drawing/2014/main" id="{106BF860-3CA6-4B6E-B9AF-AFA859FB7F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d234c464284dd0">
            <a:alphaModFix/>
          </a:blip>
          <a:srcRect xmlns:a="http://schemas.openxmlformats.org/drawingml/2006/main" l="27525" t="0" r="275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0" y="1225522"/>
            <a:ext cx="1936451" cy="269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3" name="Google Shape;143;p31">
            <a:extLst xmlns:a="http://schemas.openxmlformats.org/drawingml/2006/main">
              <a:ext uri="{FF2B5EF4-FFF2-40B4-BE49-F238E27FC236}">
                <a16:creationId xmlns:a16="http://schemas.microsoft.com/office/drawing/2014/main" id="{1477AEB0-1ACB-4DD0-B342-C6C09643A5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aa9b602dd2441f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7550" y="1225522"/>
            <a:ext cx="1936451" cy="269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3766139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8" name="Google Shape;148;p32">
            <a:extLst xmlns:a="http://schemas.openxmlformats.org/drawingml/2006/main">
              <a:ext uri="{FF2B5EF4-FFF2-40B4-BE49-F238E27FC236}">
                <a16:creationId xmlns:a16="http://schemas.microsoft.com/office/drawing/2014/main" id="{016EFE2A-02F0-4DA6-A16F-63FCB77A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150" y="1714450"/>
            <a:ext cx="5587500" cy="190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975">
                <a:solidFill>
                  <a:srgbClr val="FFFFFF"/>
                </a:solidFill>
              </a:defRPr>
            </a:defPPr>
            <a:lvl1pPr>
              <a:defRPr sz="975">
                <a:solidFill>
                  <a:srgbClr val="FFFFFF"/>
                </a:solidFill>
              </a:defRPr>
            </a:lvl1pPr>
            <a:lvl2pPr>
              <a:defRPr sz="975">
                <a:solidFill>
                  <a:srgbClr val="FFFFFF"/>
                </a:solidFill>
              </a:defRPr>
            </a:lvl2pPr>
            <a:lvl3pPr>
              <a:defRPr sz="975">
                <a:solidFill>
                  <a:srgbClr val="FFFFFF"/>
                </a:solidFill>
              </a:defRPr>
            </a:lvl3pPr>
            <a:lvl4pPr>
              <a:defRPr sz="975">
                <a:solidFill>
                  <a:srgbClr val="FFFFFF"/>
                </a:solidFill>
              </a:defRPr>
            </a:lvl4pPr>
            <a:lvl5pPr>
              <a:defRPr sz="975">
                <a:solidFill>
                  <a:srgbClr val="FFFFFF"/>
                </a:solidFill>
              </a:defRPr>
            </a:lvl5pPr>
            <a:lvl6pPr>
              <a:defRPr sz="975">
                <a:solidFill>
                  <a:srgbClr val="FFFFFF"/>
                </a:solidFill>
              </a:defRPr>
            </a:lvl6pPr>
            <a:lvl7pPr>
              <a:defRPr sz="975">
                <a:solidFill>
                  <a:srgbClr val="FFFFFF"/>
                </a:solidFill>
              </a:defRPr>
            </a:lvl7pPr>
            <a:lvl8pPr>
              <a:defRPr sz="975">
                <a:solidFill>
                  <a:srgbClr val="FFFFFF"/>
                </a:solidFill>
              </a:defRPr>
            </a:lvl8pPr>
            <a:lvl9pPr>
              <a:defRPr sz="975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Sources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BigQuery gold tables: vulnerability, shelters, power dependence, hazard exposure.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</a:pPr>
            <a:r>
              <a:rPr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/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Google Maps grounding: places and routing check whether a registered facility still exists.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</a:pPr>
            <a:r>
              <a:rPr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/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Community partners validate accessibility and operations in person.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</a:pPr>
            <a:r>
              <a:rPr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/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The agent keeps recorded, derived, grounded, and unknown facts distinct.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149" name="Google Shape;149;p32">
            <a:extLst xmlns:a="http://schemas.openxmlformats.org/drawingml/2006/main">
              <a:ext uri="{FF2B5EF4-FFF2-40B4-BE49-F238E27FC236}">
                <a16:creationId xmlns:a16="http://schemas.microsoft.com/office/drawing/2014/main" id="{1A8B8DFC-8E59-4929-BD27-5F824F19B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50" name="Google Shape;150;p32">
            <a:extLst xmlns:a="http://schemas.openxmlformats.org/drawingml/2006/main">
              <a:ext uri="{FF2B5EF4-FFF2-40B4-BE49-F238E27FC236}">
                <a16:creationId xmlns:a16="http://schemas.microsoft.com/office/drawing/2014/main" id="{2AEF74E1-1816-4C48-82AF-87389BA689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9fbbe476234a4a">
            <a:alphaModFix/>
          </a:blip>
          <a:srcRect xmlns:a="http://schemas.openxmlformats.org/drawingml/2006/main" l="0" t="34044" r="0" b="340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175675" y="519496"/>
            <a:ext cx="4769550" cy="951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5905730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5" name="Google Shape;155;p33">
            <a:extLst xmlns:a="http://schemas.openxmlformats.org/drawingml/2006/main">
              <a:ext uri="{FF2B5EF4-FFF2-40B4-BE49-F238E27FC236}">
                <a16:creationId xmlns:a16="http://schemas.microsoft.com/office/drawing/2014/main" id="{E05C1D67-03A2-4D2A-988E-0CF67804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00" y="2019250"/>
            <a:ext cx="4605300" cy="224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050">
                <a:solidFill>
                  <a:srgbClr val="FFFFFF"/>
                </a:solidFill>
              </a:defRPr>
            </a:defPPr>
            <a:lvl1pPr>
              <a:defRPr sz="1050">
                <a:solidFill>
                  <a:srgbClr val="FFFFFF"/>
                </a:solidFill>
              </a:defRPr>
            </a:lvl1pPr>
            <a:lvl2pPr>
              <a:defRPr sz="1050">
                <a:solidFill>
                  <a:srgbClr val="FFFFFF"/>
                </a:solidFill>
              </a:defRPr>
            </a:lvl2pPr>
            <a:lvl3pPr>
              <a:defRPr sz="1050">
                <a:solidFill>
                  <a:srgbClr val="FFFFFF"/>
                </a:solidFill>
              </a:defRPr>
            </a:lvl3pPr>
            <a:lvl4pPr>
              <a:defRPr sz="1050">
                <a:solidFill>
                  <a:srgbClr val="FFFFFF"/>
                </a:solidFill>
              </a:defRPr>
            </a:lvl4pPr>
            <a:lvl5pPr>
              <a:defRPr sz="1050">
                <a:solidFill>
                  <a:srgbClr val="FFFFFF"/>
                </a:solidFill>
              </a:defRPr>
            </a:lvl5pPr>
            <a:lvl6pPr>
              <a:defRPr sz="1050">
                <a:solidFill>
                  <a:srgbClr val="FFFFFF"/>
                </a:solidFill>
              </a:defRPr>
            </a:lvl6pPr>
            <a:lvl7pPr>
              <a:defRPr sz="1050">
                <a:solidFill>
                  <a:srgbClr val="FFFFFF"/>
                </a:solidFill>
              </a:defRPr>
            </a:lvl7pPr>
            <a:lvl8pPr>
              <a:defRPr sz="1050">
                <a:solidFill>
                  <a:srgbClr val="FFFFFF"/>
                </a:solidFill>
              </a:defRPr>
            </a:lvl8pPr>
            <a:lvl9pPr>
              <a:defRPr sz="105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Prototype Architecture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Emergency manager → React command center → ADK agent with Gemini 3.x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</a:pPr>
            <a:r>
              <a:rPr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/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BigQuery ranks risk and shelter options. Google Maps grounds places and routes. Community partners recruit peers and validate unknowns. The agent produces the Readiness Brief.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156" name="Google Shape;156;p33">
            <a:extLst xmlns:a="http://schemas.openxmlformats.org/drawingml/2006/main">
              <a:ext uri="{FF2B5EF4-FFF2-40B4-BE49-F238E27FC236}">
                <a16:creationId xmlns:a16="http://schemas.microsoft.com/office/drawing/2014/main" id="{E448D76A-E017-4B8A-A35A-B21D555E1F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57" name="Google Shape;157;p33">
            <a:extLst xmlns:a="http://schemas.openxmlformats.org/drawingml/2006/main">
              <a:ext uri="{FF2B5EF4-FFF2-40B4-BE49-F238E27FC236}">
                <a16:creationId xmlns:a16="http://schemas.microsoft.com/office/drawing/2014/main" id="{3FF5A5B0-D38A-4E39-B023-0A2F4A714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666" y="509013"/>
            <a:ext cx="855600" cy="131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0">
                <a:solidFill>
                  <a:srgbClr val="F8F8F8"/>
                </a:solidFill>
                <a:latin typeface="Google Sans Flex Thin"/>
                <a:ea typeface="Google Sans Flex Thin"/>
                <a:cs typeface="Google Sans Flex Thin"/>
              </a:rPr>
              <a:t>(</a:t>
            </a:r>
            <a:endParaRPr sz="9000">
              <a:solidFill>
                <a:srgbClr val="F8F8F8"/>
              </a:solidFill>
              <a:latin typeface="Google Sans Flex Thin"/>
              <a:ea typeface="Google Sans Flex Thin"/>
              <a:cs typeface="Google Sans Flex Thin"/>
            </a:endParaRPr>
          </a:p>
        </p:txBody>
      </p:sp>
      <p:sp>
        <p:nvSpPr>
          <p:cNvPr id="158" name="Google Shape;158;p33">
            <a:extLst xmlns:a="http://schemas.openxmlformats.org/drawingml/2006/main">
              <a:ext uri="{FF2B5EF4-FFF2-40B4-BE49-F238E27FC236}">
                <a16:creationId xmlns:a16="http://schemas.microsoft.com/office/drawing/2014/main" id="{A6C8987E-CD04-4EE8-B12C-157C3E429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3230216" y="585213"/>
            <a:ext cx="855600" cy="131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0">
                <a:solidFill>
                  <a:srgbClr val="F8F8F8"/>
                </a:solidFill>
                <a:latin typeface="Google Sans Flex Thin"/>
                <a:ea typeface="Google Sans Flex Thin"/>
                <a:cs typeface="Google Sans Flex Thin"/>
              </a:rPr>
              <a:t>(</a:t>
            </a:r>
            <a:endParaRPr sz="9000">
              <a:solidFill>
                <a:srgbClr val="F8F8F8"/>
              </a:solidFill>
              <a:latin typeface="Google Sans Flex Thin"/>
              <a:ea typeface="Google Sans Flex Thin"/>
              <a:cs typeface="Google Sans Flex Thin"/>
            </a:endParaRPr>
          </a:p>
        </p:txBody>
      </p:sp>
    </p:spTree>
    <p:extLst>
      <p:ext uri="{BB962C8B-B14F-4D97-AF65-F5344CB8AC3E}">
        <p14:creationId xmlns:p14="http://schemas.microsoft.com/office/powerpoint/2010/main" val="647766491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2026-10-20T20:20:27.8330000Z</dcterms:created>
  <dcterms:modified xsi:type="dcterms:W3CDTF">2026-10-20T20:20:27.8330000Z</dcterms:modified>
</coreProperties>
</file>