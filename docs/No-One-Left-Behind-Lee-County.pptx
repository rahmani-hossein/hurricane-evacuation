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bb7d13d9754222" /><Relationship Type="http://schemas.openxmlformats.org/officeDocument/2006/relationships/extended-properties" Target="/docProps/app.xml" Id="R4d2e422e94004185" /><Relationship Type="http://schemas.openxmlformats.org/officeDocument/2006/relationships/officeDocument" Target="/ppt/presentation.xml" Id="R1fee567a622e420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c1c1252ff50420c"/>
    <p:sldMasterId xmlns:r="http://schemas.openxmlformats.org/officeDocument/2006/relationships" id="2147483661" r:id="Rb6cf113827dd4ec6"/>
  </p:sldMasterIdLst>
  <p:notesMasterIdLst>
    <p:notesMasterId xmlns:r="http://schemas.openxmlformats.org/officeDocument/2006/relationships" r:id="Rea0063e363bf4cb9"/>
  </p:notesMasterIdLst>
  <p:sldIdLst>
    <p:sldId xmlns:r="http://schemas.openxmlformats.org/officeDocument/2006/relationships" id="256" r:id="Re4852d97275b4d03"/>
    <p:sldId xmlns:r="http://schemas.openxmlformats.org/officeDocument/2006/relationships" id="257" r:id="R8953789a598e443b"/>
    <p:sldId xmlns:r="http://schemas.openxmlformats.org/officeDocument/2006/relationships" id="258" r:id="Rc1048c09fbc84dcb"/>
    <p:sldId xmlns:r="http://schemas.openxmlformats.org/officeDocument/2006/relationships" id="259" r:id="Refa23ef2a8fc4818"/>
    <p:sldId xmlns:r="http://schemas.openxmlformats.org/officeDocument/2006/relationships" id="260" r:id="R4021ee230cc740f6"/>
    <p:sldId xmlns:r="http://schemas.openxmlformats.org/officeDocument/2006/relationships" id="261" r:id="R4c211d41f9f74e7a"/>
  </p:sldIdLst>
  <p:sldSz cx="9144000" cy="5143500"/>
  <p:notesSz cx="6858000" cy="9144000"/>
  <p:embeddedFontLst>
    <p:embeddedFont>
      <p:font typeface="Google Sans"/>
      <p:regular xmlns:r="http://schemas.openxmlformats.org/officeDocument/2006/relationships" r:id="Re27e25de8d164dba"/>
      <p:bold xmlns:r="http://schemas.openxmlformats.org/officeDocument/2006/relationships" r:id="R549176dff81d4574"/>
      <p:italic xmlns:r="http://schemas.openxmlformats.org/officeDocument/2006/relationships" r:id="Rcda615bc855b4819"/>
      <p:boldItalic xmlns:r="http://schemas.openxmlformats.org/officeDocument/2006/relationships" r:id="R98ac89db227446d4"/>
    </p:embeddedFont>
    <p:embeddedFont>
      <p:font typeface="Google Sans Flex Medium"/>
      <p:regular xmlns:r="http://schemas.openxmlformats.org/officeDocument/2006/relationships" r:id="Rbb728e19a0f84787"/>
      <p:bold xmlns:r="http://schemas.openxmlformats.org/officeDocument/2006/relationships" r:id="R78c225dabb714666"/>
    </p:embeddedFont>
    <p:embeddedFont>
      <p:font typeface="Google Sans Flex"/>
      <p:regular xmlns:r="http://schemas.openxmlformats.org/officeDocument/2006/relationships" r:id="Rdbbf34392d854fb5"/>
      <p:bold xmlns:r="http://schemas.openxmlformats.org/officeDocument/2006/relationships" r:id="R93981e8c92e74428"/>
    </p:embeddedFont>
    <p:embeddedFont>
      <p:font typeface="Google Sans Flex Thin"/>
      <p:regular xmlns:r="http://schemas.openxmlformats.org/officeDocument/2006/relationships" r:id="Rb68d0bf124cd4c65"/>
      <p:bold xmlns:r="http://schemas.openxmlformats.org/officeDocument/2006/relationships" r:id="R461ad1b833d542ee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36CBF07F-845D-42DA-AEE9-C422CBFCC5D9}">
  <a:tblStyle styleId="{36CBF07F-845D-42DA-AEE9-C422CBFCC5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e4fb9da1664d92" /><Relationship Type="http://schemas.openxmlformats.org/officeDocument/2006/relationships/slideMaster" Target="/ppt/slideMasters/slideMaster1.xml" Id="R5c1c1252ff50420c" /><Relationship Type="http://schemas.openxmlformats.org/officeDocument/2006/relationships/slideMaster" Target="/ppt/slideMasters/slideMaster2.xml" Id="Rb6cf113827dd4ec6" /><Relationship Type="http://schemas.openxmlformats.org/officeDocument/2006/relationships/notesMaster" Target="/ppt/notesMasters/notesMaster1.xml" Id="Rea0063e363bf4cb9" /><Relationship Type="http://schemas.openxmlformats.org/officeDocument/2006/relationships/presProps" Target="/ppt/presProps.xml" Id="R346c745965bf4921" /><Relationship Type="http://schemas.openxmlformats.org/officeDocument/2006/relationships/viewProps" Target="/ppt/viewProps.xml" Id="Rf7ae5745f78b4a39" /><Relationship Type="http://schemas.openxmlformats.org/officeDocument/2006/relationships/tableStyles" Target="/ppt/tableStyles.xml" Id="R0c092ba1da894585" /><Relationship Type="http://schemas.openxmlformats.org/officeDocument/2006/relationships/font" Target="/ppt/fonts/font.dat" Id="Re27e25de8d164dba" /><Relationship Type="http://schemas.openxmlformats.org/officeDocument/2006/relationships/font" Target="/ppt/fonts/font2.dat" Id="R549176dff81d4574" /><Relationship Type="http://schemas.openxmlformats.org/officeDocument/2006/relationships/font" Target="/ppt/fonts/font3.dat" Id="Rcda615bc855b4819" /><Relationship Type="http://schemas.openxmlformats.org/officeDocument/2006/relationships/font" Target="/ppt/fonts/font4.dat" Id="R98ac89db227446d4" /><Relationship Type="http://schemas.openxmlformats.org/officeDocument/2006/relationships/font" Target="/ppt/fonts/font5.dat" Id="Rbb728e19a0f84787" /><Relationship Type="http://schemas.openxmlformats.org/officeDocument/2006/relationships/font" Target="/ppt/fonts/font6.dat" Id="R78c225dabb714666" /><Relationship Type="http://schemas.openxmlformats.org/officeDocument/2006/relationships/font" Target="/ppt/fonts/font7.dat" Id="Rdbbf34392d854fb5" /><Relationship Type="http://schemas.openxmlformats.org/officeDocument/2006/relationships/font" Target="/ppt/fonts/font8.dat" Id="R93981e8c92e74428" /><Relationship Type="http://schemas.openxmlformats.org/officeDocument/2006/relationships/font" Target="/ppt/fonts/font9.dat" Id="Rb68d0bf124cd4c65" /><Relationship Type="http://schemas.openxmlformats.org/officeDocument/2006/relationships/font" Target="/ppt/fonts/font10.dat" Id="R461ad1b833d542ee" /><Relationship Type="http://schemas.openxmlformats.org/officeDocument/2006/relationships/slide" Target="/ppt/slides/slide1.xml" Id="Re4852d97275b4d03" /><Relationship Type="http://schemas.openxmlformats.org/officeDocument/2006/relationships/slide" Target="/ppt/slides/slide2.xml" Id="R8953789a598e443b" /><Relationship Type="http://schemas.openxmlformats.org/officeDocument/2006/relationships/slide" Target="/ppt/slides/slide3.xml" Id="Rc1048c09fbc84dcb" /><Relationship Type="http://schemas.openxmlformats.org/officeDocument/2006/relationships/slide" Target="/ppt/slides/slide4.xml" Id="Refa23ef2a8fc4818" /><Relationship Type="http://schemas.openxmlformats.org/officeDocument/2006/relationships/slide" Target="/ppt/slides/slide5.xml" Id="R4021ee230cc740f6" /><Relationship Type="http://schemas.openxmlformats.org/officeDocument/2006/relationships/slide" Target="/ppt/slides/slide6.xml" Id="R4c211d41f9f74e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91ad5fa964e14f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aa75aac7ae4753" /><Relationship Type="http://schemas.openxmlformats.org/officeDocument/2006/relationships/notesMaster" Target="/ppt/notesMasters/notesMaster1.xml" Id="R383b340633b34d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69d1fc412543de" /><Relationship Type="http://schemas.openxmlformats.org/officeDocument/2006/relationships/notesMaster" Target="/ppt/notesMasters/notesMaster1.xml" Id="R4827a578c38844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a584e7ff844be0" /><Relationship Type="http://schemas.openxmlformats.org/officeDocument/2006/relationships/notesMaster" Target="/ppt/notesMasters/notesMaster1.xml" Id="R812ec482e72649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fe3a0b21b34dcd" /><Relationship Type="http://schemas.openxmlformats.org/officeDocument/2006/relationships/notesMaster" Target="/ppt/notesMasters/notesMaster1.xml" Id="Rf1e49c513dc341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e2ab68e2824e81" /><Relationship Type="http://schemas.openxmlformats.org/officeDocument/2006/relationships/notesMaster" Target="/ppt/notesMasters/notesMaster1.xml" Id="R73fc535e14b34c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2e1300aa694591" /><Relationship Type="http://schemas.openxmlformats.org/officeDocument/2006/relationships/notesMaster" Target="/ppt/notesMasters/notesMaster1.xml" Id="Rbafb4144cd3144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ccc373344446c0" /><Relationship Type="http://schemas.openxmlformats.org/officeDocument/2006/relationships/image" Target="/ppt/media/image.png" Id="R1edc35275236481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aeca36e62e44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97c2262fd44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85065fcd84438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f7064a69f847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204f1a6784a1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0e78048ea8439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f59744352740c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10d987b50642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7af1b9695840c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6d4947696c4bd2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d91af87a964e2f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990f7b99af3443c" /><Relationship Type="http://schemas.openxmlformats.org/officeDocument/2006/relationships/image" Target="/ppt/media/image2.png" Id="R01a01b2c899f470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ea37884d9c34720" /><Relationship Type="http://schemas.openxmlformats.org/officeDocument/2006/relationships/image" Target="/ppt/media/image.png" Id="R96998a0776e848db" /><Relationship Type="http://schemas.openxmlformats.org/officeDocument/2006/relationships/image" Target="/ppt/media/image3.png" Id="R98c4803387ab4fd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f8a6b0aefd24604" /><Relationship Type="http://schemas.openxmlformats.org/officeDocument/2006/relationships/image" Target="/ppt/media/image.png" Id="R813a3f2840c94725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27f9d93a27c4a0b" /><Relationship Type="http://schemas.openxmlformats.org/officeDocument/2006/relationships/image" Target="/ppt/media/image.png" Id="Rbaa5759b66dd4e6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a8a4d47817740aa" /><Relationship Type="http://schemas.openxmlformats.org/officeDocument/2006/relationships/image" Target="/ppt/media/image.png" Id="R46735550fc4344e3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2f1f16ec58d4543" /><Relationship Type="http://schemas.openxmlformats.org/officeDocument/2006/relationships/image" Target="/ppt/media/image.png" Id="R9c519058f82545b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c56bd57c48848bf" /><Relationship Type="http://schemas.openxmlformats.org/officeDocument/2006/relationships/image" Target="/ppt/media/image.png" Id="R8fe29305fcd24fde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c75cef3a38545c2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f0c9a0fb68241e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2f3b45ea0d04448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ca6271d38aa4ba2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2f097ff0f8b4f93" /></Relationships>
</file>

<file path=ppt/slideLayouts/slideLayout1.xml><?xml version="1.0" encoding="utf-8"?>
<p:sldLayout xmlns:p="http://schemas.openxmlformats.org/presentationml/2006/main" matchingName="Title slide" type="title">
  <p:cSld name="TITLE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8BA288C-AAF2-4706-B37C-FA6BCE6CB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D6986C34-5421-4453-BBCC-877B510901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c35275236481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903D6ECE-F85D-4D6B-BD2A-B5B03B15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470FFEB3-1888-4CE4-8542-74B58D591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06A3A145-3077-4EB1-86CE-D9E16B46DB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7E12AF82-741C-4A07-950E-14330F65D0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A25C933E-09B5-4960-B5D3-5939B0CB1B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BE18B224-B2DE-436F-A050-1652B514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EE082DA5-BA90-4E72-B34A-AC2E1B71D0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6C0B6ECA-BC5F-4504-89CC-0F5ED51903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232F9A8F-62D5-4026-9BD1-5C0C59BD5A1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04E45624-0891-4647-9301-74876B1E75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51A7EAE1-E446-4187-9656-C005483C1F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E6468871-721B-4BFF-8256-E112503C3C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E671BB75-3599-444E-80D1-2516030E30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F209656C-D32B-474E-9275-E9E80CE7BB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DE5AD1F4-BC8D-42DA-AA1F-121118EC95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CD59DA0B-63B4-4B19-8B45-DE1EDA6D38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8DAF3B10-77F0-46AB-99C9-FBAC3A948C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600BB0C9-E1BD-4F95-AF27-243CFAF5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730E018A-AEC4-45DF-AB1F-81F6C30BCE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6CB0F344-36B0-46AA-AAE0-5A06C71368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8D57D685-5B33-49BD-9DEC-95FAC61F62E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B5F141B9-7E5C-4AD9-9C4F-8516A750BF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2E46C0F7-42D6-4145-BF42-4BE39594C6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104763E2-551D-4D2C-AC32-674B871978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E24AD7AC-C3C1-4CCB-8DB2-7066BEEDF30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1BC74AC4-F4A2-49D6-BFB1-48D8AE83C4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935AB38F-F982-4159-8541-E782129D49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1FFC92A9-2B8C-432B-BCB1-F0A7CD4523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19070246-FF25-4BA0-8F27-82AC20D8FF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94B30785-3083-4B7B-B692-6D42C3B5B9D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D3CE63D3-14C3-46A2-A6E4-DB552DE664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slide" type="title">
  <p:cSld name="TITLE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D30A553C-0CB8-469D-9EF7-C990A2294D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01b2c899f470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1200" y="1779099"/>
            <a:ext cx="2861000" cy="1890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6">
            <a:extLst xmlns:a="http://schemas.openxmlformats.org/drawingml/2006/main">
              <a:ext uri="{FF2B5EF4-FFF2-40B4-BE49-F238E27FC236}">
                <a16:creationId xmlns:a16="http://schemas.microsoft.com/office/drawing/2014/main" id="{56B4DF21-4D5E-4BA9-8302-2EF7A29841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E85D8E38-1D7A-44D5-8830-FC4CDF5979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98a0776e848d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92E6B69B-FF5B-4E77-989F-C890BB39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22161AA5-7AE8-4B6E-BF2D-A8D958D52A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4803387ab4fd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6326" y="689350"/>
            <a:ext cx="2707675" cy="3764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17">
            <a:extLst xmlns:a="http://schemas.openxmlformats.org/drawingml/2006/main">
              <a:ext uri="{FF2B5EF4-FFF2-40B4-BE49-F238E27FC236}">
                <a16:creationId xmlns:a16="http://schemas.microsoft.com/office/drawing/2014/main" id="{F6036A48-9844-40CD-8996-E3BECCEE79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5" name="Google Shape;65;p17">
            <a:extLst xmlns:a="http://schemas.openxmlformats.org/drawingml/2006/main">
              <a:ext uri="{FF2B5EF4-FFF2-40B4-BE49-F238E27FC236}">
                <a16:creationId xmlns:a16="http://schemas.microsoft.com/office/drawing/2014/main" id="{041F18FF-CCA8-4F61-BF05-47ED80A6F6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a3f2840c9472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6" name="Google Shape;66;p17">
            <a:extLst xmlns:a="http://schemas.openxmlformats.org/drawingml/2006/main">
              <a:ext uri="{FF2B5EF4-FFF2-40B4-BE49-F238E27FC236}">
                <a16:creationId xmlns:a16="http://schemas.microsoft.com/office/drawing/2014/main" id="{B4A67612-87B2-4E5B-A1EF-3B78EC54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7E5FEE0C-18D2-439B-9AFC-CBAC0E67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50" y="514609"/>
            <a:ext cx="2837700" cy="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8">
            <a:extLst xmlns:a="http://schemas.openxmlformats.org/drawingml/2006/main">
              <a:ext uri="{FF2B5EF4-FFF2-40B4-BE49-F238E27FC236}">
                <a16:creationId xmlns:a16="http://schemas.microsoft.com/office/drawing/2014/main" id="{5EEF3275-CD03-4223-ABAC-460300D6C2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673548AB-2D86-4FE7-B547-00F7336512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5759b66dd4e6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60079FD8-DE2F-404F-9254-6C99FA26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6C913A93-4FC7-4794-9A4F-2EFBC427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6541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9">
            <a:extLst xmlns:a="http://schemas.openxmlformats.org/drawingml/2006/main">
              <a:ext uri="{FF2B5EF4-FFF2-40B4-BE49-F238E27FC236}">
                <a16:creationId xmlns:a16="http://schemas.microsoft.com/office/drawing/2014/main" id="{A98D9E3C-54F3-4683-856B-3CEA5B9E2C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0FBD9C1E-E1A4-41FB-B487-E68B65FCBB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735550fc4344e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66A03A90-BA14-45C3-998C-4C4F3C50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C1C7CABC-4CB7-49DF-A6C4-A9C28674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11113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20">
            <a:extLst xmlns:a="http://schemas.openxmlformats.org/drawingml/2006/main">
              <a:ext uri="{FF2B5EF4-FFF2-40B4-BE49-F238E27FC236}">
                <a16:creationId xmlns:a16="http://schemas.microsoft.com/office/drawing/2014/main" id="{B401B38B-6902-40E9-9FE4-92D1F62607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0" name="Google Shape;80;p20">
            <a:extLst xmlns:a="http://schemas.openxmlformats.org/drawingml/2006/main">
              <a:ext uri="{FF2B5EF4-FFF2-40B4-BE49-F238E27FC236}">
                <a16:creationId xmlns:a16="http://schemas.microsoft.com/office/drawing/2014/main" id="{20ABA146-DE83-47A5-9E9E-2BCD8B6C62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19058f82545b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691003E6-D297-414D-9822-BBC38060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BB709E33-CA68-45ED-837B-2F5C1E40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7025" y="490822"/>
            <a:ext cx="43827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21">
            <a:extLst xmlns:a="http://schemas.openxmlformats.org/drawingml/2006/main">
              <a:ext uri="{FF2B5EF4-FFF2-40B4-BE49-F238E27FC236}">
                <a16:creationId xmlns:a16="http://schemas.microsoft.com/office/drawing/2014/main" id="{35445004-9979-41F0-A973-CAA52967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646" y="662463"/>
            <a:ext cx="26796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5" name="Google Shape;85;p21">
            <a:extLst xmlns:a="http://schemas.openxmlformats.org/drawingml/2006/main">
              <a:ext uri="{FF2B5EF4-FFF2-40B4-BE49-F238E27FC236}">
                <a16:creationId xmlns:a16="http://schemas.microsoft.com/office/drawing/2014/main" id="{56DD2AF4-1679-49FD-AE42-50BF85E952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6" name="Google Shape;86;p21">
            <a:extLst xmlns:a="http://schemas.openxmlformats.org/drawingml/2006/main">
              <a:ext uri="{FF2B5EF4-FFF2-40B4-BE49-F238E27FC236}">
                <a16:creationId xmlns:a16="http://schemas.microsoft.com/office/drawing/2014/main" id="{CDF83A05-5FAB-42DA-8C77-84367986A1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29305fcd24fd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" name="Google Shape;87;p21">
            <a:extLst xmlns:a="http://schemas.openxmlformats.org/drawingml/2006/main">
              <a:ext uri="{FF2B5EF4-FFF2-40B4-BE49-F238E27FC236}">
                <a16:creationId xmlns:a16="http://schemas.microsoft.com/office/drawing/2014/main" id="{DBE2FAD0-24CB-4FBB-AE0A-B10EAC5C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2">
            <a:extLst xmlns:a="http://schemas.openxmlformats.org/drawingml/2006/main">
              <a:ext uri="{FF2B5EF4-FFF2-40B4-BE49-F238E27FC236}">
                <a16:creationId xmlns:a16="http://schemas.microsoft.com/office/drawing/2014/main" id="{651A77FC-41D9-406A-98FF-5091C3D8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>
            <a:extLst xmlns:a="http://schemas.openxmlformats.org/drawingml/2006/main">
              <a:ext uri="{FF2B5EF4-FFF2-40B4-BE49-F238E27FC236}">
                <a16:creationId xmlns:a16="http://schemas.microsoft.com/office/drawing/2014/main" id="{82802C39-D145-4D63-870F-640C2C31E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 xmlns:a="http://schemas.openxmlformats.org/drawingml/2006/main"/>
        </p:txBody>
      </p:sp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A8E4DE65-A660-48B5-BB38-D14408F7B05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3B99D0E3-1B55-4E76-BE3D-DB3399C881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8FA1FCAC-F038-4C9A-9B19-A247258CF0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23">
            <a:extLst xmlns:a="http://schemas.openxmlformats.org/drawingml/2006/main">
              <a:ext uri="{FF2B5EF4-FFF2-40B4-BE49-F238E27FC236}">
                <a16:creationId xmlns:a16="http://schemas.microsoft.com/office/drawing/2014/main" id="{72A9DCC0-843F-4BC6-B86D-B3C3C9F8EF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 xmlns:a="http://schemas.openxmlformats.org/drawingml/2006/main"/>
        </p:txBody>
      </p:sp>
      <p:sp>
        <p:nvSpPr>
          <p:cNvPr id="96" name="Google Shape;96;p23">
            <a:extLst xmlns:a="http://schemas.openxmlformats.org/drawingml/2006/main">
              <a:ext uri="{FF2B5EF4-FFF2-40B4-BE49-F238E27FC236}">
                <a16:creationId xmlns:a16="http://schemas.microsoft.com/office/drawing/2014/main" id="{D9A181AF-FBD5-48D0-B313-918718F6BC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4">
            <a:extLst xmlns:a="http://schemas.openxmlformats.org/drawingml/2006/main">
              <a:ext uri="{FF2B5EF4-FFF2-40B4-BE49-F238E27FC236}">
                <a16:creationId xmlns:a16="http://schemas.microsoft.com/office/drawing/2014/main" id="{EC72B856-A8F3-4272-805F-8847733367F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9" name="Google Shape;99;p24">
            <a:extLst xmlns:a="http://schemas.openxmlformats.org/drawingml/2006/main">
              <a:ext uri="{FF2B5EF4-FFF2-40B4-BE49-F238E27FC236}">
                <a16:creationId xmlns:a16="http://schemas.microsoft.com/office/drawing/2014/main" id="{DCAB4777-1A8C-476C-BAE3-19121813DE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24">
            <a:extLst xmlns:a="http://schemas.openxmlformats.org/drawingml/2006/main">
              <a:ext uri="{FF2B5EF4-FFF2-40B4-BE49-F238E27FC236}">
                <a16:creationId xmlns:a16="http://schemas.microsoft.com/office/drawing/2014/main" id="{7C751DA7-C2D7-4FD9-A079-3F7E783FE4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5">
            <a:extLst xmlns:a="http://schemas.openxmlformats.org/drawingml/2006/main">
              <a:ext uri="{FF2B5EF4-FFF2-40B4-BE49-F238E27FC236}">
                <a16:creationId xmlns:a16="http://schemas.microsoft.com/office/drawing/2014/main" id="{99913165-0C1A-4290-A8BF-77A7FCCD2E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Google Shape;104;p26">
            <a:extLst xmlns:a="http://schemas.openxmlformats.org/drawingml/2006/main">
              <a:ext uri="{FF2B5EF4-FFF2-40B4-BE49-F238E27FC236}">
                <a16:creationId xmlns:a16="http://schemas.microsoft.com/office/drawing/2014/main" id="{6A048B57-74F4-40A3-B5BF-85E6006ED40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05" name="Google Shape;105;p26">
            <a:extLst xmlns:a="http://schemas.openxmlformats.org/drawingml/2006/main">
              <a:ext uri="{FF2B5EF4-FFF2-40B4-BE49-F238E27FC236}">
                <a16:creationId xmlns:a16="http://schemas.microsoft.com/office/drawing/2014/main" id="{16E4A08F-8414-412C-A3C5-9DBC7CA80D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06" name="Google Shape;106;p26">
            <a:extLst xmlns:a="http://schemas.openxmlformats.org/drawingml/2006/main">
              <a:ext uri="{FF2B5EF4-FFF2-40B4-BE49-F238E27FC236}">
                <a16:creationId xmlns:a16="http://schemas.microsoft.com/office/drawing/2014/main" id="{F16E0F7C-73A2-4E9B-8796-3C72C93173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912f228cf843f9" /><Relationship Type="http://schemas.openxmlformats.org/officeDocument/2006/relationships/slideLayout" Target="/ppt/slideLayouts/slideLayout1.xml" Id="Rdfdfd206300940dd" /><Relationship Type="http://schemas.openxmlformats.org/officeDocument/2006/relationships/slideLayout" Target="/ppt/slideLayouts/slideLayout2.xml" Id="R4fde876cef2b4f35" /><Relationship Type="http://schemas.openxmlformats.org/officeDocument/2006/relationships/slideLayout" Target="/ppt/slideLayouts/slideLayout3.xml" Id="R79103c081a164a3a" /><Relationship Type="http://schemas.openxmlformats.org/officeDocument/2006/relationships/slideLayout" Target="/ppt/slideLayouts/slideLayout4.xml" Id="R8ccd8b9b6bbf46db" /><Relationship Type="http://schemas.openxmlformats.org/officeDocument/2006/relationships/slideLayout" Target="/ppt/slideLayouts/slideLayout5.xml" Id="R41fd7f893374474a" /><Relationship Type="http://schemas.openxmlformats.org/officeDocument/2006/relationships/slideLayout" Target="/ppt/slideLayouts/slideLayout6.xml" Id="R84ced50634054873" /><Relationship Type="http://schemas.openxmlformats.org/officeDocument/2006/relationships/slideLayout" Target="/ppt/slideLayouts/slideLayout7.xml" Id="R5aa38f8c94454890" /><Relationship Type="http://schemas.openxmlformats.org/officeDocument/2006/relationships/slideLayout" Target="/ppt/slideLayouts/slideLayout8.xml" Id="R8ee569a897df4693" /><Relationship Type="http://schemas.openxmlformats.org/officeDocument/2006/relationships/slideLayout" Target="/ppt/slideLayouts/slideLayout9.xml" Id="R92c99fe7d4e244b4" /><Relationship Type="http://schemas.openxmlformats.org/officeDocument/2006/relationships/slideLayout" Target="/ppt/slideLayouts/slideLayout10.xml" Id="R19c3efddb16d4080" /><Relationship Type="http://schemas.openxmlformats.org/officeDocument/2006/relationships/slideLayout" Target="/ppt/slideLayouts/slideLayout11.xml" Id="Ra577b22f19dc418f" /><Relationship Type="http://schemas.openxmlformats.org/officeDocument/2006/relationships/slideLayout" Target="/ppt/slideLayouts/slideLayout12.xml" Id="R284b8c66b72d4146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9873fe14d7834819" /><Relationship Type="http://schemas.openxmlformats.org/officeDocument/2006/relationships/slideLayout" Target="/ppt/slideLayouts/slideLayout13.xml" Id="R8d40f1f7847c46b5" /><Relationship Type="http://schemas.openxmlformats.org/officeDocument/2006/relationships/slideLayout" Target="/ppt/slideLayouts/slideLayout14.xml" Id="R9bd4373aad4642d5" /><Relationship Type="http://schemas.openxmlformats.org/officeDocument/2006/relationships/slideLayout" Target="/ppt/slideLayouts/slideLayout15.xml" Id="Ra79dddd426b943b9" /><Relationship Type="http://schemas.openxmlformats.org/officeDocument/2006/relationships/slideLayout" Target="/ppt/slideLayouts/slideLayout16.xml" Id="Re3aee10955af408c" /><Relationship Type="http://schemas.openxmlformats.org/officeDocument/2006/relationships/slideLayout" Target="/ppt/slideLayouts/slideLayout17.xml" Id="Rf6c79c377cb54979" /><Relationship Type="http://schemas.openxmlformats.org/officeDocument/2006/relationships/slideLayout" Target="/ppt/slideLayouts/slideLayout18.xml" Id="R7660de7b79bc4861" /><Relationship Type="http://schemas.openxmlformats.org/officeDocument/2006/relationships/slideLayout" Target="/ppt/slideLayouts/slideLayout19.xml" Id="R976c273c659249ed" /><Relationship Type="http://schemas.openxmlformats.org/officeDocument/2006/relationships/slideLayout" Target="/ppt/slideLayouts/slideLayout20.xml" Id="R1be45f0ea8d84688" /><Relationship Type="http://schemas.openxmlformats.org/officeDocument/2006/relationships/slideLayout" Target="/ppt/slideLayouts/slideLayout21.xml" Id="R504f76e4c22649a9" /><Relationship Type="http://schemas.openxmlformats.org/officeDocument/2006/relationships/slideLayout" Target="/ppt/slideLayouts/slideLayout22.xml" Id="Racc551859cae43bf" /><Relationship Type="http://schemas.openxmlformats.org/officeDocument/2006/relationships/slideLayout" Target="/ppt/slideLayouts/slideLayout23.xml" Id="Rc1eaa560df854040" /><Relationship Type="http://schemas.openxmlformats.org/officeDocument/2006/relationships/slideLayout" Target="/ppt/slideLayouts/slideLayout24.xml" Id="R467be0ee56534059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A6B98A1-8480-4787-84CC-0A7DE48AD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49DC20A8-83CE-46FF-AD35-E081D3CF75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CB0D8BA5-F3E5-4178-8990-52E036783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dfd206300940dd"/>
    <p:sldLayoutId xmlns:r="http://schemas.openxmlformats.org/officeDocument/2006/relationships" id="2147483650" r:id="R4fde876cef2b4f35"/>
    <p:sldLayoutId xmlns:r="http://schemas.openxmlformats.org/officeDocument/2006/relationships" id="2147483651" r:id="R79103c081a164a3a"/>
    <p:sldLayoutId xmlns:r="http://schemas.openxmlformats.org/officeDocument/2006/relationships" id="2147483652" r:id="R8ccd8b9b6bbf46db"/>
    <p:sldLayoutId xmlns:r="http://schemas.openxmlformats.org/officeDocument/2006/relationships" id="2147483653" r:id="R41fd7f893374474a"/>
    <p:sldLayoutId xmlns:r="http://schemas.openxmlformats.org/officeDocument/2006/relationships" id="2147483654" r:id="R84ced50634054873"/>
    <p:sldLayoutId xmlns:r="http://schemas.openxmlformats.org/officeDocument/2006/relationships" id="2147483655" r:id="R5aa38f8c94454890"/>
    <p:sldLayoutId xmlns:r="http://schemas.openxmlformats.org/officeDocument/2006/relationships" id="2147483656" r:id="R8ee569a897df4693"/>
    <p:sldLayoutId xmlns:r="http://schemas.openxmlformats.org/officeDocument/2006/relationships" id="2147483657" r:id="R92c99fe7d4e244b4"/>
    <p:sldLayoutId xmlns:r="http://schemas.openxmlformats.org/officeDocument/2006/relationships" id="2147483658" r:id="R19c3efddb16d4080"/>
    <p:sldLayoutId xmlns:r="http://schemas.openxmlformats.org/officeDocument/2006/relationships" id="2147483659" r:id="Ra577b22f19dc418f"/>
    <p:sldLayoutId xmlns:r="http://schemas.openxmlformats.org/officeDocument/2006/relationships" id="2147483660" r:id="R284b8c66b72d4146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EF774B37-6CA1-4F05-A6E6-FE244F109A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2" r:id="R8d40f1f7847c46b5"/>
    <p:sldLayoutId xmlns:r="http://schemas.openxmlformats.org/officeDocument/2006/relationships" id="2147483663" r:id="R9bd4373aad4642d5"/>
    <p:sldLayoutId xmlns:r="http://schemas.openxmlformats.org/officeDocument/2006/relationships" id="2147483664" r:id="Ra79dddd426b943b9"/>
    <p:sldLayoutId xmlns:r="http://schemas.openxmlformats.org/officeDocument/2006/relationships" id="2147483665" r:id="Re3aee10955af408c"/>
    <p:sldLayoutId xmlns:r="http://schemas.openxmlformats.org/officeDocument/2006/relationships" id="2147483666" r:id="Rf6c79c377cb54979"/>
    <p:sldLayoutId xmlns:r="http://schemas.openxmlformats.org/officeDocument/2006/relationships" id="2147483667" r:id="R7660de7b79bc4861"/>
    <p:sldLayoutId xmlns:r="http://schemas.openxmlformats.org/officeDocument/2006/relationships" id="2147483668" r:id="R976c273c659249ed"/>
    <p:sldLayoutId xmlns:r="http://schemas.openxmlformats.org/officeDocument/2006/relationships" id="2147483669" r:id="R1be45f0ea8d84688"/>
    <p:sldLayoutId xmlns:r="http://schemas.openxmlformats.org/officeDocument/2006/relationships" id="2147483670" r:id="R504f76e4c22649a9"/>
    <p:sldLayoutId xmlns:r="http://schemas.openxmlformats.org/officeDocument/2006/relationships" id="2147483671" r:id="Racc551859cae43bf"/>
    <p:sldLayoutId xmlns:r="http://schemas.openxmlformats.org/officeDocument/2006/relationships" id="2147483672" r:id="Rc1eaa560df854040"/>
    <p:sldLayoutId xmlns:r="http://schemas.openxmlformats.org/officeDocument/2006/relationships" id="2147483673" r:id="R467be0ee56534059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0fa69626f5cb450c" /><Relationship Type="http://schemas.openxmlformats.org/officeDocument/2006/relationships/image" Target="/ppt/media/image4.png" Id="Rf6104294ee7e403b" /><Relationship Type="http://schemas.openxmlformats.org/officeDocument/2006/relationships/notesSlide" Target="/ppt/notesSlides/notesSlide1.xml" Id="R9b1fe05f74734b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ff2e241cc8644d14" /><Relationship Type="http://schemas.openxmlformats.org/officeDocument/2006/relationships/notesSlide" Target="/ppt/notesSlides/notesSlide2.xml" Id="R644e0ba9ee7c4e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cca832896cc44530" /><Relationship Type="http://schemas.openxmlformats.org/officeDocument/2006/relationships/image" Target="/ppt/media/image5.png" Id="R427e1bc6f3014663" /><Relationship Type="http://schemas.openxmlformats.org/officeDocument/2006/relationships/image" Target="/ppt/media/image6.png" Id="R959086606e134a1d" /><Relationship Type="http://schemas.openxmlformats.org/officeDocument/2006/relationships/notesSlide" Target="/ppt/notesSlides/notesSlide3.xml" Id="R2cad17847d124c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4f4c4aed50441c2" /><Relationship Type="http://schemas.openxmlformats.org/officeDocument/2006/relationships/image" Target="/ppt/media/image7.png" Id="R0f72e4f3e8ee40fb" /><Relationship Type="http://schemas.openxmlformats.org/officeDocument/2006/relationships/image" Target="/ppt/media/image3.png" Id="R4da53f3209f24a90" /><Relationship Type="http://schemas.openxmlformats.org/officeDocument/2006/relationships/notesSlide" Target="/ppt/notesSlides/notesSlide4.xml" Id="Rdf112a205fed4f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b0c604345e324035" /><Relationship Type="http://schemas.openxmlformats.org/officeDocument/2006/relationships/image" Target="/ppt/media/image8.png" Id="R171a678de6fd4e2a" /><Relationship Type="http://schemas.openxmlformats.org/officeDocument/2006/relationships/notesSlide" Target="/ppt/notesSlides/notesSlide5.xml" Id="R37cd64ab489947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f7f1d211429e456f" /><Relationship Type="http://schemas.openxmlformats.org/officeDocument/2006/relationships/notesSlide" Target="/ppt/notesSlides/notesSlide6.xml" Id="R0c4a1ff8dbf140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28">
            <a:extLst xmlns:a="http://schemas.openxmlformats.org/drawingml/2006/main">
              <a:ext uri="{FF2B5EF4-FFF2-40B4-BE49-F238E27FC236}">
                <a16:creationId xmlns:a16="http://schemas.microsoft.com/office/drawing/2014/main" id="{0D893120-47BC-4EB1-80CD-CFD10393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775" y="2586700"/>
            <a:ext cx="3080700" cy="6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1650" tIns="61650" rIns="61650" bIns="6165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 One Left Behind</a:t>
            </a:r>
            <a:endParaRPr sz="24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20" name="Google Shape;120;p28">
            <a:extLst xmlns:a="http://schemas.openxmlformats.org/drawingml/2006/main">
              <a:ext uri="{FF2B5EF4-FFF2-40B4-BE49-F238E27FC236}">
                <a16:creationId xmlns:a16="http://schemas.microsoft.com/office/drawing/2014/main" id="{DE393EC1-4DA7-4A15-A825-36680C7AA6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104294ee7e403b">
            <a:alphaModFix/>
          </a:blip>
          <a:srcRect xmlns:a="http://schemas.openxmlformats.org/drawingml/2006/main" l="0" t="27378" r="0" b="25727"/>
          <a:stretch xmlns:a="http://schemas.openxmlformats.org/drawingml/2006/main"/>
        </p:blipFill>
        <p:spPr>
          <a:xfrm xmlns:a="http://schemas.openxmlformats.org/drawingml/2006/main" rot="10800000" flipH="1">
            <a:off x="3586375" y="2509998"/>
            <a:ext cx="2276050" cy="6003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6312742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125" name="Google Shape;125;p29">
            <a:extLst xmlns:a="http://schemas.openxmlformats.org/drawingml/2006/main">
              <a:ext uri="{FF2B5EF4-FFF2-40B4-BE49-F238E27FC236}">
                <a16:creationId xmlns:a16="http://schemas.microsoft.com/office/drawing/2014/main" id="{82F764A6-F958-47DF-9C67-02366DEE6087}"/>
              </a:ext>
            </a:extLst>
          </p:cNvPr>
          <p:cNvGraphicFramePr/>
          <p:nvPr/>
        </p:nvGraphicFramePr>
        <p:xfrm>
          <a:off xmlns:a="http://schemas.openxmlformats.org/drawingml/2006/main" x="577750" y="1357275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{36CBF07F-845D-42DA-AEE9-C422CBFCC5D9}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NAME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SHARE WITH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 Diaz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juliand.odiaz@gmail.com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Hossein Rahmani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rahmani.hossein1380@gmail.com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 Jha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himanshu2007jha@gmail.com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Frontend Lead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student-01-b08d8ba1c5d4@qwiklabs.net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role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Product / story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 / backend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Data / validation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UI / testing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Shared repo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Florida Adaptive Evacuation Readiness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Lee County, FL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Agents for Impact 2026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GitHub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Video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Under 3 minutes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Screen share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recording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Submit with deck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Qwiklabs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Ready to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Phone: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Availability: confirm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Repo sharing: 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Contacts above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6" name="Google Shape;126;p29">
            <a:extLst xmlns:a="http://schemas.openxmlformats.org/drawingml/2006/main">
              <a:ext uri="{FF2B5EF4-FFF2-40B4-BE49-F238E27FC236}">
                <a16:creationId xmlns:a16="http://schemas.microsoft.com/office/drawing/2014/main" id="{AFEAE69B-C662-4C02-A598-58768C6C87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27" name="Google Shape;127;p29">
            <a:extLst xmlns:a="http://schemas.openxmlformats.org/drawingml/2006/main">
              <a:ext uri="{FF2B5EF4-FFF2-40B4-BE49-F238E27FC236}">
                <a16:creationId xmlns:a16="http://schemas.microsoft.com/office/drawing/2014/main" id="{EB5F6BC8-3C26-4116-81F1-0B0C0C3A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450" y="567011"/>
            <a:ext cx="5330100" cy="68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Filming Availability: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Project Sharing: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Share With: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  <p:extLst>
      <p:ext uri="{BB962C8B-B14F-4D97-AF65-F5344CB8AC3E}">
        <p14:creationId xmlns:p14="http://schemas.microsoft.com/office/powerpoint/2010/main" val="17493930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30">
            <a:extLst xmlns:a="http://schemas.openxmlformats.org/drawingml/2006/main">
              <a:ext uri="{FF2B5EF4-FFF2-40B4-BE49-F238E27FC236}">
                <a16:creationId xmlns:a16="http://schemas.microsoft.com/office/drawing/2014/main" id="{CA06887D-9338-4A95-BDD1-8D500D7EA5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33" name="Google Shape;133;p30">
            <a:extLst xmlns:a="http://schemas.openxmlformats.org/drawingml/2006/main">
              <a:ext uri="{FF2B5EF4-FFF2-40B4-BE49-F238E27FC236}">
                <a16:creationId xmlns:a16="http://schemas.microsoft.com/office/drawing/2014/main" id="{73698CDA-AE28-40B2-B1C4-0C2B2B0ED1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7e1bc6f3014663">
            <a:alphaModFix/>
          </a:blip>
          <a:srcRect xmlns:a="http://schemas.openxmlformats.org/drawingml/2006/main" l="36213" t="0" r="362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774475" y="471199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4" name="Google Shape;134;p30">
            <a:extLst xmlns:a="http://schemas.openxmlformats.org/drawingml/2006/main">
              <a:ext uri="{FF2B5EF4-FFF2-40B4-BE49-F238E27FC236}">
                <a16:creationId xmlns:a16="http://schemas.microsoft.com/office/drawing/2014/main" id="{D78F7B01-492A-4D5A-B85B-8D8F5B0BD4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9086606e134a1d">
            <a:alphaModFix/>
          </a:blip>
          <a:srcRect xmlns:a="http://schemas.openxmlformats.org/drawingml/2006/main" l="32349" t="0" r="40091" b="0"/>
          <a:stretch xmlns:a="http://schemas.openxmlformats.org/drawingml/2006/main"/>
        </p:blipFill>
        <p:spPr>
          <a:xfrm xmlns:a="http://schemas.openxmlformats.org/drawingml/2006/main" rot="10800000">
            <a:off x="6382750" y="506306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2B93043-728C-453F-915B-9EEC9520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>
                <a:solidFill>
                  <a:srgbClr val="FFFFFF"/>
                </a:solidFill>
              </a:defRPr>
            </a:defPPr>
            <a:lvl1pPr algn="ctr">
              <a:defRPr sz="975">
                <a:solidFill>
                  <a:srgbClr val="FFFFFF"/>
                </a:solidFill>
              </a:defRPr>
            </a:lvl1pPr>
            <a:lvl2pPr algn="ctr">
              <a:defRPr sz="975">
                <a:solidFill>
                  <a:srgbClr val="FFFFFF"/>
                </a:solidFill>
              </a:defRPr>
            </a:lvl2pPr>
            <a:lvl3pPr algn="ctr">
              <a:defRPr sz="975">
                <a:solidFill>
                  <a:srgbClr val="FFFFFF"/>
                </a:solidFill>
              </a:defRPr>
            </a:lvl3pPr>
            <a:lvl4pPr algn="ctr">
              <a:defRPr sz="975">
                <a:solidFill>
                  <a:srgbClr val="FFFFFF"/>
                </a:solidFill>
              </a:defRPr>
            </a:lvl4pPr>
            <a:lvl5pPr algn="ctr">
              <a:defRPr sz="975">
                <a:solidFill>
                  <a:srgbClr val="FFFFFF"/>
                </a:solidFill>
              </a:defRPr>
            </a:lvl5pPr>
            <a:lvl6pPr algn="ctr">
              <a:defRPr sz="975">
                <a:solidFill>
                  <a:srgbClr val="FFFFFF"/>
                </a:solidFill>
              </a:defRPr>
            </a:lvl6pPr>
            <a:lvl7pPr algn="ctr">
              <a:defRPr sz="975">
                <a:solidFill>
                  <a:srgbClr val="FFFFFF"/>
                </a:solidFill>
              </a:defRPr>
            </a:lvl7pPr>
            <a:lvl8pPr algn="ctr">
              <a:defRPr sz="975">
                <a:solidFill>
                  <a:srgbClr val="FFFFFF"/>
                </a:solidFill>
              </a:defRPr>
            </a:lvl8pPr>
            <a:lvl9pPr algn="ctr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Lee County needs a pre-landfall plan for residents who cannot self-evacuate.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After Ian, the median age of people who died was in the seventies. 3,840 households lack a vehicle. 1,420 residents depend on medical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county and its community partners need one shared plan.</a:t>
            </a:r>
          </a:p>
        </p:txBody>
      </p:sp>
    </p:spTree>
    <p:extLst>
      <p:ext uri="{BB962C8B-B14F-4D97-AF65-F5344CB8AC3E}">
        <p14:creationId xmlns:p14="http://schemas.microsoft.com/office/powerpoint/2010/main" val="319623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31">
            <a:extLst xmlns:a="http://schemas.openxmlformats.org/drawingml/2006/main">
              <a:ext uri="{FF2B5EF4-FFF2-40B4-BE49-F238E27FC236}">
                <a16:creationId xmlns:a16="http://schemas.microsoft.com/office/drawing/2014/main" id="{0F16B72F-31FE-41AC-8EA5-897543447A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42" name="Google Shape;142;p31">
            <a:extLst xmlns:a="http://schemas.openxmlformats.org/drawingml/2006/main">
              <a:ext uri="{FF2B5EF4-FFF2-40B4-BE49-F238E27FC236}">
                <a16:creationId xmlns:a16="http://schemas.microsoft.com/office/drawing/2014/main" id="{5C46753C-DE69-4F1F-9C22-0F65C94CB6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2e4f3e8ee40fb">
            <a:alphaModFix/>
          </a:blip>
          <a:srcRect xmlns:a="http://schemas.openxmlformats.org/drawingml/2006/main" l="27525" t="0" r="275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3" name="Google Shape;143;p31">
            <a:extLst xmlns:a="http://schemas.openxmlformats.org/drawingml/2006/main">
              <a:ext uri="{FF2B5EF4-FFF2-40B4-BE49-F238E27FC236}">
                <a16:creationId xmlns:a16="http://schemas.microsoft.com/office/drawing/2014/main" id="{86F15404-1A72-44C4-B963-34487653B3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53f3209f24a9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755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FE88D02-7886-4ECC-A171-36726504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71750"/>
            <a:ext cx="4286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>
                <a:solidFill>
                  <a:srgbClr val="FFFFFF"/>
                </a:solidFill>
              </a:defRPr>
            </a:defPPr>
            <a:lvl1pPr algn="ctr">
              <a:defRPr sz="975">
                <a:solidFill>
                  <a:srgbClr val="FFFFFF"/>
                </a:solidFill>
              </a:defRPr>
            </a:lvl1pPr>
            <a:lvl2pPr algn="ctr">
              <a:defRPr sz="975">
                <a:solidFill>
                  <a:srgbClr val="FFFFFF"/>
                </a:solidFill>
              </a:defRPr>
            </a:lvl2pPr>
            <a:lvl3pPr algn="ctr">
              <a:defRPr sz="975">
                <a:solidFill>
                  <a:srgbClr val="FFFFFF"/>
                </a:solidFill>
              </a:defRPr>
            </a:lvl3pPr>
            <a:lvl4pPr algn="ctr">
              <a:defRPr sz="975">
                <a:solidFill>
                  <a:srgbClr val="FFFFFF"/>
                </a:solidFill>
              </a:defRPr>
            </a:lvl4pPr>
            <a:lvl5pPr algn="ctr">
              <a:defRPr sz="975">
                <a:solidFill>
                  <a:srgbClr val="FFFFFF"/>
                </a:solidFill>
              </a:defRPr>
            </a:lvl5pPr>
            <a:lvl6pPr algn="ctr">
              <a:defRPr sz="975">
                <a:solidFill>
                  <a:srgbClr val="FFFFFF"/>
                </a:solidFill>
              </a:defRPr>
            </a:lvl6pPr>
            <a:lvl7pPr algn="ctr">
              <a:defRPr sz="975">
                <a:solidFill>
                  <a:srgbClr val="FFFFFF"/>
                </a:solidFill>
              </a:defRPr>
            </a:lvl7pPr>
            <a:lvl8pPr algn="ctr">
              <a:defRPr sz="975">
                <a:solidFill>
                  <a:srgbClr val="FFFFFF"/>
                </a:solidFill>
              </a:defRPr>
            </a:lvl8pPr>
            <a:lvl9pPr algn="ctr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Our 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planner asks about risk. The agent ranks vulnerable tracts, finds nearby outreach hubs, grounds shelter places with Google Maps, and sends unknowns to human partners.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Outcome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A county brief with a priority zone, a destination, a backup, and a path to recruit peers.</a:t>
            </a:r>
          </a:p>
        </p:txBody>
      </p:sp>
    </p:spTree>
    <p:extLst>
      <p:ext uri="{BB962C8B-B14F-4D97-AF65-F5344CB8AC3E}">
        <p14:creationId xmlns:p14="http://schemas.microsoft.com/office/powerpoint/2010/main" val="3218073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p32">
            <a:extLst xmlns:a="http://schemas.openxmlformats.org/drawingml/2006/main">
              <a:ext uri="{FF2B5EF4-FFF2-40B4-BE49-F238E27FC236}">
                <a16:creationId xmlns:a16="http://schemas.microsoft.com/office/drawing/2014/main" id="{8F855740-A2B8-491F-BB89-FF0F032C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150" y="1714450"/>
            <a:ext cx="5587500" cy="190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975">
                <a:solidFill>
                  <a:srgbClr val="FFFFFF"/>
                </a:solidFill>
              </a:defRPr>
            </a:defPPr>
            <a:lvl1pPr>
              <a:defRPr sz="975">
                <a:solidFill>
                  <a:srgbClr val="FFFFFF"/>
                </a:solidFill>
              </a:defRPr>
            </a:lvl1pPr>
            <a:lvl2pPr>
              <a:defRPr sz="975">
                <a:solidFill>
                  <a:srgbClr val="FFFFFF"/>
                </a:solidFill>
              </a:defRPr>
            </a:lvl2pPr>
            <a:lvl3pPr>
              <a:defRPr sz="975">
                <a:solidFill>
                  <a:srgbClr val="FFFFFF"/>
                </a:solidFill>
              </a:defRPr>
            </a:lvl3pPr>
            <a:lvl4pPr>
              <a:defRPr sz="975">
                <a:solidFill>
                  <a:srgbClr val="FFFFFF"/>
                </a:solidFill>
              </a:defRPr>
            </a:lvl4pPr>
            <a:lvl5pPr>
              <a:defRPr sz="975">
                <a:solidFill>
                  <a:srgbClr val="FFFFFF"/>
                </a:solidFill>
              </a:defRPr>
            </a:lvl5pPr>
            <a:lvl6pPr>
              <a:defRPr sz="975">
                <a:solidFill>
                  <a:srgbClr val="FFFFFF"/>
                </a:solidFill>
              </a:defRPr>
            </a:lvl6pPr>
            <a:lvl7pPr>
              <a:defRPr sz="975">
                <a:solidFill>
                  <a:srgbClr val="FFFFFF"/>
                </a:solidFill>
              </a:defRPr>
            </a:lvl7pPr>
            <a:lvl8pPr>
              <a:defRPr sz="975">
                <a:solidFill>
                  <a:srgbClr val="FFFFFF"/>
                </a:solidFill>
              </a:defRPr>
            </a:lvl8pPr>
            <a:lvl9pPr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gold tables: vulnerability, shelters, power dependence, hazard exposure.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Google Maps grounding: places and routing check whether a registered facility still exists.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Community partners validate accessibility and operations in person.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The agent keeps recorded, derived, grounded, and unknown facts distinct.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49" name="Google Shape;149;p32">
            <a:extLst xmlns:a="http://schemas.openxmlformats.org/drawingml/2006/main">
              <a:ext uri="{FF2B5EF4-FFF2-40B4-BE49-F238E27FC236}">
                <a16:creationId xmlns:a16="http://schemas.microsoft.com/office/drawing/2014/main" id="{9FED65A7-2163-4A14-85F8-A2F3795D3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50" name="Google Shape;150;p32">
            <a:extLst xmlns:a="http://schemas.openxmlformats.org/drawingml/2006/main">
              <a:ext uri="{FF2B5EF4-FFF2-40B4-BE49-F238E27FC236}">
                <a16:creationId xmlns:a16="http://schemas.microsoft.com/office/drawing/2014/main" id="{ED6F6DB3-5B38-4CA0-A63C-44F4264687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a678de6fd4e2a">
            <a:alphaModFix/>
          </a:blip>
          <a:srcRect xmlns:a="http://schemas.openxmlformats.org/drawingml/2006/main" l="0" t="34044" r="0" b="3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175675" y="519496"/>
            <a:ext cx="4769550" cy="951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093218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33">
            <a:extLst xmlns:a="http://schemas.openxmlformats.org/drawingml/2006/main">
              <a:ext uri="{FF2B5EF4-FFF2-40B4-BE49-F238E27FC236}">
                <a16:creationId xmlns:a16="http://schemas.microsoft.com/office/drawing/2014/main" id="{484987E7-3B05-46AF-A4C8-BEE1B3C0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00" y="2019250"/>
            <a:ext cx="4605300" cy="224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FFFFFF"/>
                </a:solidFill>
              </a:defRPr>
            </a:defPPr>
            <a:lvl1pPr>
              <a:defRPr sz="1050">
                <a:solidFill>
                  <a:srgbClr val="FFFFFF"/>
                </a:solidFill>
              </a:defRPr>
            </a:lvl1pPr>
            <a:lvl2pPr>
              <a:defRPr sz="1050">
                <a:solidFill>
                  <a:srgbClr val="FFFFFF"/>
                </a:solidFill>
              </a:defRPr>
            </a:lvl2pPr>
            <a:lvl3pPr>
              <a:defRPr sz="1050">
                <a:solidFill>
                  <a:srgbClr val="FFFFFF"/>
                </a:solidFill>
              </a:defRPr>
            </a:lvl3pPr>
            <a:lvl4pPr>
              <a:defRPr sz="1050">
                <a:solidFill>
                  <a:srgbClr val="FFFFFF"/>
                </a:solidFill>
              </a:defRPr>
            </a:lvl4pPr>
            <a:lvl5pPr>
              <a:defRPr sz="1050">
                <a:solidFill>
                  <a:srgbClr val="FFFFFF"/>
                </a:solidFill>
              </a:defRPr>
            </a:lvl5pPr>
            <a:lvl6pPr>
              <a:defRPr sz="1050">
                <a:solidFill>
                  <a:srgbClr val="FFFFFF"/>
                </a:solidFill>
              </a:defRPr>
            </a:lvl6pPr>
            <a:lvl7pPr>
              <a:defRPr sz="1050">
                <a:solidFill>
                  <a:srgbClr val="FFFFFF"/>
                </a:solidFill>
              </a:defRPr>
            </a:lvl7pPr>
            <a:lvl8pPr>
              <a:defRPr sz="1050">
                <a:solidFill>
                  <a:srgbClr val="FFFFFF"/>
                </a:solidFill>
              </a:defRPr>
            </a:lvl8pPr>
            <a:lvl9pPr>
              <a:defRPr sz="10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Prototype Architecture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Emergency manager → React command center → ADK agent with Gemini 3.x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ranks risk and shelter options. Google Maps grounds places and routes. Community partners recruit peers and validate unknowns. The agent produces the Readiness Brief.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56" name="Google Shape;156;p33">
            <a:extLst xmlns:a="http://schemas.openxmlformats.org/drawingml/2006/main">
              <a:ext uri="{FF2B5EF4-FFF2-40B4-BE49-F238E27FC236}">
                <a16:creationId xmlns:a16="http://schemas.microsoft.com/office/drawing/2014/main" id="{0FBAE81B-ABF8-4286-9FFC-D6BEC9CDF7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7" name="Google Shape;157;p33">
            <a:extLst xmlns:a="http://schemas.openxmlformats.org/drawingml/2006/main">
              <a:ext uri="{FF2B5EF4-FFF2-40B4-BE49-F238E27FC236}">
                <a16:creationId xmlns:a16="http://schemas.microsoft.com/office/drawing/2014/main" id="{FB2CBC6E-C093-45FF-8AFF-EA74CABB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66" y="5090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  <p:sp>
        <p:nvSpPr>
          <p:cNvPr id="158" name="Google Shape;158;p33">
            <a:extLst xmlns:a="http://schemas.openxmlformats.org/drawingml/2006/main">
              <a:ext uri="{FF2B5EF4-FFF2-40B4-BE49-F238E27FC236}">
                <a16:creationId xmlns:a16="http://schemas.microsoft.com/office/drawing/2014/main" id="{45E6F433-70DB-4676-AD57-DE93560C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230216" y="5852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</p:spTree>
    <p:extLst>
      <p:ext uri="{BB962C8B-B14F-4D97-AF65-F5344CB8AC3E}">
        <p14:creationId xmlns:p14="http://schemas.microsoft.com/office/powerpoint/2010/main" val="2142043788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2026-10-20T20:24:33.6340000Z</dcterms:created>
  <dcterms:modified xsi:type="dcterms:W3CDTF">2026-10-20T20:24:33.6340000Z</dcterms:modified>
</coreProperties>
</file>