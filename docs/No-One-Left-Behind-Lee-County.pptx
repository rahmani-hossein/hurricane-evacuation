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469361f47743a8" /><Relationship Type="http://schemas.openxmlformats.org/officeDocument/2006/relationships/extended-properties" Target="/docProps/app.xml" Id="Rde379ee8f11c467b" /><Relationship Type="http://schemas.openxmlformats.org/officeDocument/2006/relationships/officeDocument" Target="/ppt/presentation.xml" Id="R3fb0c1f6adde4af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30ee964950545a0"/>
    <p:sldMasterId xmlns:r="http://schemas.openxmlformats.org/officeDocument/2006/relationships" id="2147483661" r:id="R39c3138e58a94505"/>
  </p:sldMasterIdLst>
  <p:notesMasterIdLst>
    <p:notesMasterId xmlns:r="http://schemas.openxmlformats.org/officeDocument/2006/relationships" r:id="R45365575ead540f9"/>
  </p:notesMasterIdLst>
  <p:sldIdLst>
    <p:sldId xmlns:r="http://schemas.openxmlformats.org/officeDocument/2006/relationships" id="256" r:id="Re344211d04c84319"/>
    <p:sldId xmlns:r="http://schemas.openxmlformats.org/officeDocument/2006/relationships" id="257" r:id="Ra38f085f97e748be"/>
    <p:sldId xmlns:r="http://schemas.openxmlformats.org/officeDocument/2006/relationships" id="258" r:id="Rc3a87e1ce31a46b0"/>
    <p:sldId xmlns:r="http://schemas.openxmlformats.org/officeDocument/2006/relationships" id="259" r:id="R971d8b86f67141f6"/>
    <p:sldId xmlns:r="http://schemas.openxmlformats.org/officeDocument/2006/relationships" id="260" r:id="Rffee48444b8c4cf3"/>
    <p:sldId xmlns:r="http://schemas.openxmlformats.org/officeDocument/2006/relationships" id="261" r:id="R8c8a443f8f7044b9"/>
  </p:sldIdLst>
  <p:sldSz cx="9144000" cy="5143500"/>
  <p:notesSz cx="6858000" cy="9144000"/>
  <p:embeddedFontLst>
    <p:embeddedFont>
      <p:font typeface="Google Sans"/>
      <p:regular xmlns:r="http://schemas.openxmlformats.org/officeDocument/2006/relationships" r:id="Raa515a9ad9af4c7a"/>
      <p:bold xmlns:r="http://schemas.openxmlformats.org/officeDocument/2006/relationships" r:id="R606cce439eee4a6e"/>
      <p:italic xmlns:r="http://schemas.openxmlformats.org/officeDocument/2006/relationships" r:id="Rb14451bccb414a41"/>
      <p:boldItalic xmlns:r="http://schemas.openxmlformats.org/officeDocument/2006/relationships" r:id="Rc0044d8f1db340af"/>
    </p:embeddedFont>
    <p:embeddedFont>
      <p:font typeface="Google Sans Flex Medium"/>
      <p:regular xmlns:r="http://schemas.openxmlformats.org/officeDocument/2006/relationships" r:id="R655a2653bda94b07"/>
      <p:bold xmlns:r="http://schemas.openxmlformats.org/officeDocument/2006/relationships" r:id="Rb4737830ff174938"/>
    </p:embeddedFont>
    <p:embeddedFont>
      <p:font typeface="Google Sans Flex"/>
      <p:regular xmlns:r="http://schemas.openxmlformats.org/officeDocument/2006/relationships" r:id="R0e839333da664550"/>
      <p:bold xmlns:r="http://schemas.openxmlformats.org/officeDocument/2006/relationships" r:id="R02f5326674ed470c"/>
    </p:embeddedFont>
    <p:embeddedFont>
      <p:font typeface="Google Sans Flex Thin"/>
      <p:regular xmlns:r="http://schemas.openxmlformats.org/officeDocument/2006/relationships" r:id="Rb5c98b67400e48ac"/>
      <p:bold xmlns:r="http://schemas.openxmlformats.org/officeDocument/2006/relationships" r:id="R7247e4112c6641f4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36CBF07F-845D-42DA-AEE9-C422CBFCC5D9}">
  <a:tblStyle styleId="{36CBF07F-845D-42DA-AEE9-C422CBFCC5D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e7b3d35da442b3" /><Relationship Type="http://schemas.openxmlformats.org/officeDocument/2006/relationships/slideMaster" Target="/ppt/slideMasters/slideMaster1.xml" Id="R430ee964950545a0" /><Relationship Type="http://schemas.openxmlformats.org/officeDocument/2006/relationships/slideMaster" Target="/ppt/slideMasters/slideMaster2.xml" Id="R39c3138e58a94505" /><Relationship Type="http://schemas.openxmlformats.org/officeDocument/2006/relationships/notesMaster" Target="/ppt/notesMasters/notesMaster1.xml" Id="R45365575ead540f9" /><Relationship Type="http://schemas.openxmlformats.org/officeDocument/2006/relationships/presProps" Target="/ppt/presProps.xml" Id="Rbf1b98ef56cb4b46" /><Relationship Type="http://schemas.openxmlformats.org/officeDocument/2006/relationships/viewProps" Target="/ppt/viewProps.xml" Id="R4b2e024b5aae47ee" /><Relationship Type="http://schemas.openxmlformats.org/officeDocument/2006/relationships/tableStyles" Target="/ppt/tableStyles.xml" Id="Recb6b607e3eb4f7e" /><Relationship Type="http://schemas.openxmlformats.org/officeDocument/2006/relationships/font" Target="/ppt/fonts/font.dat" Id="Raa515a9ad9af4c7a" /><Relationship Type="http://schemas.openxmlformats.org/officeDocument/2006/relationships/font" Target="/ppt/fonts/font2.dat" Id="R606cce439eee4a6e" /><Relationship Type="http://schemas.openxmlformats.org/officeDocument/2006/relationships/font" Target="/ppt/fonts/font3.dat" Id="Rb14451bccb414a41" /><Relationship Type="http://schemas.openxmlformats.org/officeDocument/2006/relationships/font" Target="/ppt/fonts/font4.dat" Id="Rc0044d8f1db340af" /><Relationship Type="http://schemas.openxmlformats.org/officeDocument/2006/relationships/font" Target="/ppt/fonts/font5.dat" Id="R655a2653bda94b07" /><Relationship Type="http://schemas.openxmlformats.org/officeDocument/2006/relationships/font" Target="/ppt/fonts/font6.dat" Id="Rb4737830ff174938" /><Relationship Type="http://schemas.openxmlformats.org/officeDocument/2006/relationships/font" Target="/ppt/fonts/font7.dat" Id="R0e839333da664550" /><Relationship Type="http://schemas.openxmlformats.org/officeDocument/2006/relationships/font" Target="/ppt/fonts/font8.dat" Id="R02f5326674ed470c" /><Relationship Type="http://schemas.openxmlformats.org/officeDocument/2006/relationships/font" Target="/ppt/fonts/font9.dat" Id="Rb5c98b67400e48ac" /><Relationship Type="http://schemas.openxmlformats.org/officeDocument/2006/relationships/font" Target="/ppt/fonts/font10.dat" Id="R7247e4112c6641f4" /><Relationship Type="http://schemas.openxmlformats.org/officeDocument/2006/relationships/slide" Target="/ppt/slides/slide1.xml" Id="Re344211d04c84319" /><Relationship Type="http://schemas.openxmlformats.org/officeDocument/2006/relationships/slide" Target="/ppt/slides/slide2.xml" Id="Ra38f085f97e748be" /><Relationship Type="http://schemas.openxmlformats.org/officeDocument/2006/relationships/slide" Target="/ppt/slides/slide3.xml" Id="Rc3a87e1ce31a46b0" /><Relationship Type="http://schemas.openxmlformats.org/officeDocument/2006/relationships/slide" Target="/ppt/slides/slide4.xml" Id="R971d8b86f67141f6" /><Relationship Type="http://schemas.openxmlformats.org/officeDocument/2006/relationships/slide" Target="/ppt/slides/slide5.xml" Id="Rffee48444b8c4cf3" /><Relationship Type="http://schemas.openxmlformats.org/officeDocument/2006/relationships/slide" Target="/ppt/slides/slide6.xml" Id="R8c8a443f8f7044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5340427c606248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a34a5d3b0d4d31" /><Relationship Type="http://schemas.openxmlformats.org/officeDocument/2006/relationships/notesMaster" Target="/ppt/notesMasters/notesMaster1.xml" Id="R3805982710c245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1fc85ceb6084c9a" /><Relationship Type="http://schemas.openxmlformats.org/officeDocument/2006/relationships/notesMaster" Target="/ppt/notesMasters/notesMaster1.xml" Id="R1420e95b4e584b3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250443b5ab46ad" /><Relationship Type="http://schemas.openxmlformats.org/officeDocument/2006/relationships/notesMaster" Target="/ppt/notesMasters/notesMaster1.xml" Id="Rca149755013846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b242cd8a3a41b4" /><Relationship Type="http://schemas.openxmlformats.org/officeDocument/2006/relationships/notesMaster" Target="/ppt/notesMasters/notesMaster1.xml" Id="Re88653b8af0a40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e363cffa9f84fa0" /><Relationship Type="http://schemas.openxmlformats.org/officeDocument/2006/relationships/notesMaster" Target="/ppt/notesMasters/notesMaster1.xml" Id="Rc50ba8d3fb7249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af0c6eb9b04ee4" /><Relationship Type="http://schemas.openxmlformats.org/officeDocument/2006/relationships/notesMaster" Target="/ppt/notesMasters/notesMaster1.xml" Id="R3edbbb2453854e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c4a030b58143e5" /><Relationship Type="http://schemas.openxmlformats.org/officeDocument/2006/relationships/image" Target="/ppt/media/image.png" Id="Re1edbc39ad554b7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97936bd18a423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6b98074ece477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003c6590254a0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a0b7bea5e44b0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4ca3bede9b4ea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e5df573a0e409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e6a6c7a9664f5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c87cebf89d443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642b2bcbc640f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24d9aa252e4a98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284cd93e2542b0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4c137e0c3e2414a" /><Relationship Type="http://schemas.openxmlformats.org/officeDocument/2006/relationships/image" Target="/ppt/media/image2.png" Id="Rcb36141772664219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289d94a9a2b42d3" /><Relationship Type="http://schemas.openxmlformats.org/officeDocument/2006/relationships/image" Target="/ppt/media/image.png" Id="Rff3a4b1551c34f5a" /><Relationship Type="http://schemas.openxmlformats.org/officeDocument/2006/relationships/image" Target="/ppt/media/image3.png" Id="R05b1332295f64bd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fabc1fde14d4003" /><Relationship Type="http://schemas.openxmlformats.org/officeDocument/2006/relationships/image" Target="/ppt/media/image.png" Id="Rc2c0110f26e140da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02215ef8f884443" /><Relationship Type="http://schemas.openxmlformats.org/officeDocument/2006/relationships/image" Target="/ppt/media/image.png" Id="Rb21e7a6f735143b3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6d846fb800e4749" /><Relationship Type="http://schemas.openxmlformats.org/officeDocument/2006/relationships/image" Target="/ppt/media/image.png" Id="R22fc2edc720f4a8d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2a808533fc943bf" /><Relationship Type="http://schemas.openxmlformats.org/officeDocument/2006/relationships/image" Target="/ppt/media/image.png" Id="Rad2d3d30f4704116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0bf24d939af43ba" /><Relationship Type="http://schemas.openxmlformats.org/officeDocument/2006/relationships/image" Target="/ppt/media/image.png" Id="R3216c675c63f4a41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424a6faec184e3d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70693accf0f4dcc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139ae886ffb4232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6a5dc81537b41fe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cac7548e8344626" /></Relationships>
</file>

<file path=ppt/slideLayouts/slideLayout1.xml><?xml version="1.0" encoding="utf-8"?>
<p:sldLayout xmlns:p="http://schemas.openxmlformats.org/presentationml/2006/main" matchingName="Title slide" type="title">
  <p:cSld name="TITLE">
    <p:bg>
      <p:bgPr>
        <a:noFill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36D4CCAC-68A4-4528-8392-D0F8AE97F0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lt1"/>
                </a:solidFill>
              </a:defRPr>
            </a:lvl1pPr>
            <a:lvl2pPr>
              <a:buNone/>
              <a:defRPr>
                <a:solidFill>
                  <a:schemeClr val="lt1"/>
                </a:solidFill>
              </a:defRPr>
            </a:lvl2pPr>
            <a:lvl3pPr>
              <a:buNone/>
              <a:defRPr>
                <a:solidFill>
                  <a:schemeClr val="lt1"/>
                </a:solidFill>
              </a:defRPr>
            </a:lvl3pPr>
            <a:lvl4pPr>
              <a:buNone/>
              <a:defRPr>
                <a:solidFill>
                  <a:schemeClr val="lt1"/>
                </a:solidFill>
              </a:defRPr>
            </a:lvl4pPr>
            <a:lvl5pPr>
              <a:buNone/>
              <a:defRPr>
                <a:solidFill>
                  <a:schemeClr val="lt1"/>
                </a:solidFill>
              </a:defRPr>
            </a:lvl5pPr>
            <a:lvl6pPr>
              <a:buNone/>
              <a:defRPr>
                <a:solidFill>
                  <a:schemeClr val="lt1"/>
                </a:solidFill>
              </a:defRPr>
            </a:lvl6pPr>
            <a:lvl7pPr>
              <a:buNone/>
              <a:defRPr>
                <a:solidFill>
                  <a:schemeClr val="lt1"/>
                </a:solidFill>
              </a:defRPr>
            </a:lvl7pPr>
            <a:lvl8pPr>
              <a:buNone/>
              <a:defRPr>
                <a:solidFill>
                  <a:schemeClr val="lt1"/>
                </a:solidFill>
              </a:defRPr>
            </a:lvl8pPr>
            <a:lvl9pPr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C9BB4FB9-5666-459C-B092-A8015D61B3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edbc39ad554b7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9E59904B-1E76-4D98-AAFF-9794584B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0A02512D-6FDB-4987-B957-33E580046F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96AF9A30-1548-45F4-950E-AB9DD66054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0326E8B8-C42E-4A19-9D09-0C4A53D5B3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4A47ED81-EC6F-464F-A43E-560960417C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C5B2FB9B-5753-41DA-9053-F478E5142BC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5349B383-5357-4FEB-A47A-AA6A04E41B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B0FCC955-AF4D-41B4-8B03-D1C3BA3ADF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EDFC8ED9-A273-43F3-BC77-D56E1094292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502CCCE2-32E1-4096-89DC-9877EF992B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EA14F873-9B28-4B5B-BA15-E6B8F2DED0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13A8E172-6C6C-4BB1-A70E-88437C763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3A14BDD7-43AE-41BD-8D02-C842C56EEF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ABD01295-675A-4A79-B767-D2EBF89D10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7EF79808-144D-40AA-BE8F-A28089E8D9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E693B0A5-3C5E-440B-BBBD-011E049060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A11C4D4F-92A7-480C-98DA-323E7CA8DA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496BF3D0-9916-4680-B3E4-DF0532A4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EAA9A47F-040B-4F61-9D20-52341D6D3A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A397AF20-8A85-44EF-BC17-A8C10D4A6BF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BCC0310A-E90F-4F54-9155-1EA1B4E82D3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4F1FDFFC-DBDF-4FBD-8245-8299CCD9C0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5663ADDA-83A2-4ABF-8A6E-9DC6ECBEF5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15FB8DD1-5B42-48BF-8131-AAE087BEC5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E791B5A2-8EFD-43E8-8373-0A35D63F31F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27548BD4-CC76-43AD-9FB8-A41E109E65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51E16545-9BB8-4084-8BEE-B59FCF810B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218D2151-1C42-43E4-9380-1A0EC751703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Title slide 1">
  <p:cSld name="TITLE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13">
            <a:extLst xmlns:a="http://schemas.openxmlformats.org/drawingml/2006/main">
              <a:ext uri="{FF2B5EF4-FFF2-40B4-BE49-F238E27FC236}">
                <a16:creationId xmlns:a16="http://schemas.microsoft.com/office/drawing/2014/main" id="{FB50E654-C8DA-4971-9BF1-A245945A5CD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52" name="Google Shape;52;p13">
            <a:extLst xmlns:a="http://schemas.openxmlformats.org/drawingml/2006/main">
              <a:ext uri="{FF2B5EF4-FFF2-40B4-BE49-F238E27FC236}">
                <a16:creationId xmlns:a16="http://schemas.microsoft.com/office/drawing/2014/main" id="{E3596744-FB62-433F-A1C3-5D8CF99A277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53" name="Google Shape;53;p13">
            <a:extLst xmlns:a="http://schemas.openxmlformats.org/drawingml/2006/main">
              <a:ext uri="{FF2B5EF4-FFF2-40B4-BE49-F238E27FC236}">
                <a16:creationId xmlns:a16="http://schemas.microsoft.com/office/drawing/2014/main" id="{831EC002-6FDC-457A-933A-1626B5FEBCF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matchingName="Title slide" type="title">
  <p:cSld name="TITLE"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7" name="Google Shape;57;p15">
            <a:extLst xmlns:a="http://schemas.openxmlformats.org/drawingml/2006/main">
              <a:ext uri="{FF2B5EF4-FFF2-40B4-BE49-F238E27FC236}">
                <a16:creationId xmlns:a16="http://schemas.microsoft.com/office/drawing/2014/main" id="{BB432097-C155-4DE3-9A02-4190E87CC1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614177266421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1200" y="1779099"/>
            <a:ext cx="2861000" cy="1890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16">
            <a:extLst xmlns:a="http://schemas.openxmlformats.org/drawingml/2006/main">
              <a:ext uri="{FF2B5EF4-FFF2-40B4-BE49-F238E27FC236}">
                <a16:creationId xmlns:a16="http://schemas.microsoft.com/office/drawing/2014/main" id="{1978C17A-5B2B-4CE2-985D-0CC0D71F91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0" name="Google Shape;60;p16">
            <a:extLst xmlns:a="http://schemas.openxmlformats.org/drawingml/2006/main">
              <a:ext uri="{FF2B5EF4-FFF2-40B4-BE49-F238E27FC236}">
                <a16:creationId xmlns:a16="http://schemas.microsoft.com/office/drawing/2014/main" id="{5CF8BAB7-91A7-42A4-B3C9-4978228F60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3a4b1551c34f5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1" name="Google Shape;61;p16">
            <a:extLst xmlns:a="http://schemas.openxmlformats.org/drawingml/2006/main">
              <a:ext uri="{FF2B5EF4-FFF2-40B4-BE49-F238E27FC236}">
                <a16:creationId xmlns:a16="http://schemas.microsoft.com/office/drawing/2014/main" id="{5E48CD82-522C-4D5A-80C5-C42F0F28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62" name="Google Shape;62;p16">
            <a:extLst xmlns:a="http://schemas.openxmlformats.org/drawingml/2006/main">
              <a:ext uri="{FF2B5EF4-FFF2-40B4-BE49-F238E27FC236}">
                <a16:creationId xmlns:a16="http://schemas.microsoft.com/office/drawing/2014/main" id="{EB4D5367-86AF-4754-8947-291DD5ADE9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b1332295f64bd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6326" y="689350"/>
            <a:ext cx="2707675" cy="37647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5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17">
            <a:extLst xmlns:a="http://schemas.openxmlformats.org/drawingml/2006/main">
              <a:ext uri="{FF2B5EF4-FFF2-40B4-BE49-F238E27FC236}">
                <a16:creationId xmlns:a16="http://schemas.microsoft.com/office/drawing/2014/main" id="{DC7ABF9B-EC50-4E31-BD06-C60B7AF694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5" name="Google Shape;65;p17">
            <a:extLst xmlns:a="http://schemas.openxmlformats.org/drawingml/2006/main">
              <a:ext uri="{FF2B5EF4-FFF2-40B4-BE49-F238E27FC236}">
                <a16:creationId xmlns:a16="http://schemas.microsoft.com/office/drawing/2014/main" id="{411FE936-5FF9-42E6-AABC-D79E6F1229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c0110f26e140d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6" name="Google Shape;66;p17">
            <a:extLst xmlns:a="http://schemas.openxmlformats.org/drawingml/2006/main">
              <a:ext uri="{FF2B5EF4-FFF2-40B4-BE49-F238E27FC236}">
                <a16:creationId xmlns:a16="http://schemas.microsoft.com/office/drawing/2014/main" id="{815D179E-72EC-4E81-8732-A210F769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67" name="Google Shape;67;p17">
            <a:extLst xmlns:a="http://schemas.openxmlformats.org/drawingml/2006/main">
              <a:ext uri="{FF2B5EF4-FFF2-40B4-BE49-F238E27FC236}">
                <a16:creationId xmlns:a16="http://schemas.microsoft.com/office/drawing/2014/main" id="{A79D712E-4AE8-4EA6-8F3B-B7B0A5A7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50" y="514609"/>
            <a:ext cx="2837700" cy="7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Our Team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18">
            <a:extLst xmlns:a="http://schemas.openxmlformats.org/drawingml/2006/main">
              <a:ext uri="{FF2B5EF4-FFF2-40B4-BE49-F238E27FC236}">
                <a16:creationId xmlns:a16="http://schemas.microsoft.com/office/drawing/2014/main" id="{C928291E-49F0-43B3-933C-A10780367E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70" name="Google Shape;70;p18">
            <a:extLst xmlns:a="http://schemas.openxmlformats.org/drawingml/2006/main">
              <a:ext uri="{FF2B5EF4-FFF2-40B4-BE49-F238E27FC236}">
                <a16:creationId xmlns:a16="http://schemas.microsoft.com/office/drawing/2014/main" id="{AEA4B008-4C60-486D-8A49-821C6114AA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1e7a6f735143b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1" name="Google Shape;71;p18">
            <a:extLst xmlns:a="http://schemas.openxmlformats.org/drawingml/2006/main">
              <a:ext uri="{FF2B5EF4-FFF2-40B4-BE49-F238E27FC236}">
                <a16:creationId xmlns:a16="http://schemas.microsoft.com/office/drawing/2014/main" id="{42DE8993-3433-44FD-A1DA-C73592C5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72" name="Google Shape;72;p18">
            <a:extLst xmlns:a="http://schemas.openxmlformats.org/drawingml/2006/main">
              <a:ext uri="{FF2B5EF4-FFF2-40B4-BE49-F238E27FC236}">
                <a16:creationId xmlns:a16="http://schemas.microsoft.com/office/drawing/2014/main" id="{ECEFAA9A-FBC3-49D8-BCA9-515D7D90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650" y="654125"/>
            <a:ext cx="4382700" cy="168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Challenge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Overview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19">
            <a:extLst xmlns:a="http://schemas.openxmlformats.org/drawingml/2006/main">
              <a:ext uri="{FF2B5EF4-FFF2-40B4-BE49-F238E27FC236}">
                <a16:creationId xmlns:a16="http://schemas.microsoft.com/office/drawing/2014/main" id="{42690CE4-0323-405B-8DE4-081ED70B22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75" name="Google Shape;75;p19">
            <a:extLst xmlns:a="http://schemas.openxmlformats.org/drawingml/2006/main">
              <a:ext uri="{FF2B5EF4-FFF2-40B4-BE49-F238E27FC236}">
                <a16:creationId xmlns:a16="http://schemas.microsoft.com/office/drawing/2014/main" id="{3AB76F54-1704-404C-A1E0-F9C28E7DF7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c2edc720f4a8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6" name="Google Shape;76;p19">
            <a:extLst xmlns:a="http://schemas.openxmlformats.org/drawingml/2006/main">
              <a:ext uri="{FF2B5EF4-FFF2-40B4-BE49-F238E27FC236}">
                <a16:creationId xmlns:a16="http://schemas.microsoft.com/office/drawing/2014/main" id="{48BFD1A6-E831-4647-8B83-F561DDA3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77" name="Google Shape;77;p19">
            <a:extLst xmlns:a="http://schemas.openxmlformats.org/drawingml/2006/main">
              <a:ext uri="{FF2B5EF4-FFF2-40B4-BE49-F238E27FC236}">
                <a16:creationId xmlns:a16="http://schemas.microsoft.com/office/drawing/2014/main" id="{49871267-8E6F-4C5C-9BCA-00BE0427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650" y="1111325"/>
            <a:ext cx="4382700" cy="168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Impact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20">
            <a:extLst xmlns:a="http://schemas.openxmlformats.org/drawingml/2006/main">
              <a:ext uri="{FF2B5EF4-FFF2-40B4-BE49-F238E27FC236}">
                <a16:creationId xmlns:a16="http://schemas.microsoft.com/office/drawing/2014/main" id="{A7FBA137-C5C6-44F6-BA18-01DB250C66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80" name="Google Shape;80;p20">
            <a:extLst xmlns:a="http://schemas.openxmlformats.org/drawingml/2006/main">
              <a:ext uri="{FF2B5EF4-FFF2-40B4-BE49-F238E27FC236}">
                <a16:creationId xmlns:a16="http://schemas.microsoft.com/office/drawing/2014/main" id="{DB6DDC71-7ACE-4B2A-A7B7-F71EFE40DD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2d3d30f470411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" name="Google Shape;81;p20">
            <a:extLst xmlns:a="http://schemas.openxmlformats.org/drawingml/2006/main">
              <a:ext uri="{FF2B5EF4-FFF2-40B4-BE49-F238E27FC236}">
                <a16:creationId xmlns:a16="http://schemas.microsoft.com/office/drawing/2014/main" id="{39AD622F-92D3-4D5B-879D-9B8C89A9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sp>
        <p:nvSpPr>
          <p:cNvPr id="82" name="Google Shape;82;p20">
            <a:extLst xmlns:a="http://schemas.openxmlformats.org/drawingml/2006/main">
              <a:ext uri="{FF2B5EF4-FFF2-40B4-BE49-F238E27FC236}">
                <a16:creationId xmlns:a16="http://schemas.microsoft.com/office/drawing/2014/main" id="{7BC7A9BA-0469-4A4A-A523-CC9E1BED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7025" y="490822"/>
            <a:ext cx="4382700" cy="10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Sources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21">
            <a:extLst xmlns:a="http://schemas.openxmlformats.org/drawingml/2006/main">
              <a:ext uri="{FF2B5EF4-FFF2-40B4-BE49-F238E27FC236}">
                <a16:creationId xmlns:a16="http://schemas.microsoft.com/office/drawing/2014/main" id="{8BFA674A-E53B-4B3C-BCBE-48C06347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646" y="662463"/>
            <a:ext cx="2679600" cy="10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Prototype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</a:rPr>
              <a:t>   Architecture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85" name="Google Shape;85;p21">
            <a:extLst xmlns:a="http://schemas.openxmlformats.org/drawingml/2006/main">
              <a:ext uri="{FF2B5EF4-FFF2-40B4-BE49-F238E27FC236}">
                <a16:creationId xmlns:a16="http://schemas.microsoft.com/office/drawing/2014/main" id="{5B8E8231-E69D-4725-8D06-B0F20E9085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1pPr>
            <a:lvl2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2pPr>
            <a:lvl3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3pPr>
            <a:lvl4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4pPr>
            <a:lvl5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5pPr>
            <a:lvl6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6pPr>
            <a:lvl7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7pPr>
            <a:lvl8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8pPr>
            <a:lvl9pPr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86" name="Google Shape;86;p21">
            <a:extLst xmlns:a="http://schemas.openxmlformats.org/drawingml/2006/main">
              <a:ext uri="{FF2B5EF4-FFF2-40B4-BE49-F238E27FC236}">
                <a16:creationId xmlns:a16="http://schemas.microsoft.com/office/drawing/2014/main" id="{D8A428CF-0D7A-43C8-9E1E-43DDE42249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16c675c63f4a4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725" y="4857575"/>
            <a:ext cx="717373" cy="123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7" name="Google Shape;87;p21">
            <a:extLst xmlns:a="http://schemas.openxmlformats.org/drawingml/2006/main">
              <a:ext uri="{FF2B5EF4-FFF2-40B4-BE49-F238E27FC236}">
                <a16:creationId xmlns:a16="http://schemas.microsoft.com/office/drawing/2014/main" id="{4D744D70-873D-40F9-89E6-0D57748C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375" y="4792202"/>
            <a:ext cx="1641000" cy="2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Google Shape;89;p22">
            <a:extLst xmlns:a="http://schemas.openxmlformats.org/drawingml/2006/main">
              <a:ext uri="{FF2B5EF4-FFF2-40B4-BE49-F238E27FC236}">
                <a16:creationId xmlns:a16="http://schemas.microsoft.com/office/drawing/2014/main" id="{C349B522-3645-4D4D-9E6F-F99E524F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2">
            <a:extLst xmlns:a="http://schemas.openxmlformats.org/drawingml/2006/main">
              <a:ext uri="{FF2B5EF4-FFF2-40B4-BE49-F238E27FC236}">
                <a16:creationId xmlns:a16="http://schemas.microsoft.com/office/drawing/2014/main" id="{D5BFDF58-07D9-4735-85CB-0B4CFA8330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 xmlns:a="http://schemas.openxmlformats.org/drawingml/2006/main"/>
        </p:txBody>
      </p:sp>
      <p:sp>
        <p:nvSpPr>
          <p:cNvPr id="91" name="Google Shape;91;p22">
            <a:extLst xmlns:a="http://schemas.openxmlformats.org/drawingml/2006/main">
              <a:ext uri="{FF2B5EF4-FFF2-40B4-BE49-F238E27FC236}">
                <a16:creationId xmlns:a16="http://schemas.microsoft.com/office/drawing/2014/main" id="{05AD4F76-7F0A-4787-B6CA-60ADF2D5DFF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92" name="Google Shape;92;p22">
            <a:extLst xmlns:a="http://schemas.openxmlformats.org/drawingml/2006/main">
              <a:ext uri="{FF2B5EF4-FFF2-40B4-BE49-F238E27FC236}">
                <a16:creationId xmlns:a16="http://schemas.microsoft.com/office/drawing/2014/main" id="{810A19E2-9C15-4834-A979-D82AD70423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3" name="Google Shape;93;p22">
            <a:extLst xmlns:a="http://schemas.openxmlformats.org/drawingml/2006/main">
              <a:ext uri="{FF2B5EF4-FFF2-40B4-BE49-F238E27FC236}">
                <a16:creationId xmlns:a16="http://schemas.microsoft.com/office/drawing/2014/main" id="{BE485315-16F4-47E3-9D10-2EDEF7A25F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Google Shape;95;p23">
            <a:extLst xmlns:a="http://schemas.openxmlformats.org/drawingml/2006/main">
              <a:ext uri="{FF2B5EF4-FFF2-40B4-BE49-F238E27FC236}">
                <a16:creationId xmlns:a16="http://schemas.microsoft.com/office/drawing/2014/main" id="{0925D8A5-17A5-47E4-A7D3-AD16F98831B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 xmlns:a="http://schemas.openxmlformats.org/drawingml/2006/main"/>
        </p:txBody>
      </p:sp>
      <p:sp>
        <p:nvSpPr>
          <p:cNvPr id="96" name="Google Shape;96;p23">
            <a:extLst xmlns:a="http://schemas.openxmlformats.org/drawingml/2006/main">
              <a:ext uri="{FF2B5EF4-FFF2-40B4-BE49-F238E27FC236}">
                <a16:creationId xmlns:a16="http://schemas.microsoft.com/office/drawing/2014/main" id="{6DE3A736-C23B-4D91-8B64-C99912A5A1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Google Shape;98;p24">
            <a:extLst xmlns:a="http://schemas.openxmlformats.org/drawingml/2006/main">
              <a:ext uri="{FF2B5EF4-FFF2-40B4-BE49-F238E27FC236}">
                <a16:creationId xmlns:a16="http://schemas.microsoft.com/office/drawing/2014/main" id="{AFB69E24-E664-403A-B0ED-AB65FB0C221D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99" name="Google Shape;99;p24">
            <a:extLst xmlns:a="http://schemas.openxmlformats.org/drawingml/2006/main">
              <a:ext uri="{FF2B5EF4-FFF2-40B4-BE49-F238E27FC236}">
                <a16:creationId xmlns:a16="http://schemas.microsoft.com/office/drawing/2014/main" id="{BE23BA4D-C921-4B82-9D0D-279B37D257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0" name="Google Shape;100;p24">
            <a:extLst xmlns:a="http://schemas.openxmlformats.org/drawingml/2006/main">
              <a:ext uri="{FF2B5EF4-FFF2-40B4-BE49-F238E27FC236}">
                <a16:creationId xmlns:a16="http://schemas.microsoft.com/office/drawing/2014/main" id="{620ABFF5-66C0-43E3-82B4-B1449E4B5B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25">
            <a:extLst xmlns:a="http://schemas.openxmlformats.org/drawingml/2006/main">
              <a:ext uri="{FF2B5EF4-FFF2-40B4-BE49-F238E27FC236}">
                <a16:creationId xmlns:a16="http://schemas.microsoft.com/office/drawing/2014/main" id="{2B7FCFBD-A3B4-48D9-8B4E-E6C970BA06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Title slide 1">
  <p:cSld name="TITLE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4" name="Google Shape;104;p26">
            <a:extLst xmlns:a="http://schemas.openxmlformats.org/drawingml/2006/main">
              <a:ext uri="{FF2B5EF4-FFF2-40B4-BE49-F238E27FC236}">
                <a16:creationId xmlns:a16="http://schemas.microsoft.com/office/drawing/2014/main" id="{3B18C7B2-ED3A-440D-8494-326EA724A02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 xmlns:a="http://schemas.openxmlformats.org/drawingml/2006/main"/>
        </p:txBody>
      </p:sp>
      <p:sp>
        <p:nvSpPr>
          <p:cNvPr id="105" name="Google Shape;105;p26">
            <a:extLst xmlns:a="http://schemas.openxmlformats.org/drawingml/2006/main">
              <a:ext uri="{FF2B5EF4-FFF2-40B4-BE49-F238E27FC236}">
                <a16:creationId xmlns:a16="http://schemas.microsoft.com/office/drawing/2014/main" id="{32539F5F-5968-4192-9D8B-B1C27DE7AC9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06" name="Google Shape;106;p26">
            <a:extLst xmlns:a="http://schemas.openxmlformats.org/drawingml/2006/main">
              <a:ext uri="{FF2B5EF4-FFF2-40B4-BE49-F238E27FC236}">
                <a16:creationId xmlns:a16="http://schemas.microsoft.com/office/drawing/2014/main" id="{3C1CC255-0D9A-49DD-A9E5-4EDF144AE9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284ad5bd214ec0" /><Relationship Type="http://schemas.openxmlformats.org/officeDocument/2006/relationships/slideLayout" Target="/ppt/slideLayouts/slideLayout1.xml" Id="R2274487e5651499f" /><Relationship Type="http://schemas.openxmlformats.org/officeDocument/2006/relationships/slideLayout" Target="/ppt/slideLayouts/slideLayout2.xml" Id="R6c826415b9bc4b81" /><Relationship Type="http://schemas.openxmlformats.org/officeDocument/2006/relationships/slideLayout" Target="/ppt/slideLayouts/slideLayout3.xml" Id="Rd70d105dc488469e" /><Relationship Type="http://schemas.openxmlformats.org/officeDocument/2006/relationships/slideLayout" Target="/ppt/slideLayouts/slideLayout4.xml" Id="R531bc81b733d43da" /><Relationship Type="http://schemas.openxmlformats.org/officeDocument/2006/relationships/slideLayout" Target="/ppt/slideLayouts/slideLayout5.xml" Id="Rfab8b360fd214d98" /><Relationship Type="http://schemas.openxmlformats.org/officeDocument/2006/relationships/slideLayout" Target="/ppt/slideLayouts/slideLayout6.xml" Id="R748556e241e94963" /><Relationship Type="http://schemas.openxmlformats.org/officeDocument/2006/relationships/slideLayout" Target="/ppt/slideLayouts/slideLayout7.xml" Id="Reb3d2a8f32874d91" /><Relationship Type="http://schemas.openxmlformats.org/officeDocument/2006/relationships/slideLayout" Target="/ppt/slideLayouts/slideLayout8.xml" Id="R052839cb08a840e0" /><Relationship Type="http://schemas.openxmlformats.org/officeDocument/2006/relationships/slideLayout" Target="/ppt/slideLayouts/slideLayout9.xml" Id="R284deb28fbd749ca" /><Relationship Type="http://schemas.openxmlformats.org/officeDocument/2006/relationships/slideLayout" Target="/ppt/slideLayouts/slideLayout10.xml" Id="Re262d42b11604be9" /><Relationship Type="http://schemas.openxmlformats.org/officeDocument/2006/relationships/slideLayout" Target="/ppt/slideLayouts/slideLayout11.xml" Id="R9ae4540a5e36458e" /><Relationship Type="http://schemas.openxmlformats.org/officeDocument/2006/relationships/slideLayout" Target="/ppt/slideLayouts/slideLayout12.xml" Id="R4d310674492c412a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145e640ffb134869" /><Relationship Type="http://schemas.openxmlformats.org/officeDocument/2006/relationships/slideLayout" Target="/ppt/slideLayouts/slideLayout13.xml" Id="Rf54a11e2d6584c09" /><Relationship Type="http://schemas.openxmlformats.org/officeDocument/2006/relationships/slideLayout" Target="/ppt/slideLayouts/slideLayout14.xml" Id="R2505c0a418114ca9" /><Relationship Type="http://schemas.openxmlformats.org/officeDocument/2006/relationships/slideLayout" Target="/ppt/slideLayouts/slideLayout15.xml" Id="Ree8eee33e7964085" /><Relationship Type="http://schemas.openxmlformats.org/officeDocument/2006/relationships/slideLayout" Target="/ppt/slideLayouts/slideLayout16.xml" Id="R9bcab74d138d415a" /><Relationship Type="http://schemas.openxmlformats.org/officeDocument/2006/relationships/slideLayout" Target="/ppt/slideLayouts/slideLayout17.xml" Id="R81ccfee93cf14b83" /><Relationship Type="http://schemas.openxmlformats.org/officeDocument/2006/relationships/slideLayout" Target="/ppt/slideLayouts/slideLayout18.xml" Id="R1884a3ef5f554e77" /><Relationship Type="http://schemas.openxmlformats.org/officeDocument/2006/relationships/slideLayout" Target="/ppt/slideLayouts/slideLayout19.xml" Id="Ra70204083f5744a5" /><Relationship Type="http://schemas.openxmlformats.org/officeDocument/2006/relationships/slideLayout" Target="/ppt/slideLayouts/slideLayout20.xml" Id="Rb5eee5088500405d" /><Relationship Type="http://schemas.openxmlformats.org/officeDocument/2006/relationships/slideLayout" Target="/ppt/slideLayouts/slideLayout21.xml" Id="Rc01bf5e5c1464d33" /><Relationship Type="http://schemas.openxmlformats.org/officeDocument/2006/relationships/slideLayout" Target="/ppt/slideLayouts/slideLayout22.xml" Id="R3e6f38b347f3400e" /><Relationship Type="http://schemas.openxmlformats.org/officeDocument/2006/relationships/slideLayout" Target="/ppt/slideLayouts/slideLayout23.xml" Id="R2234fcee01214cf0" /><Relationship Type="http://schemas.openxmlformats.org/officeDocument/2006/relationships/slideLayout" Target="/ppt/slideLayouts/slideLayout24.xml" Id="Ra27f54d4ec8e4b71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EDB1A56C-FC80-4454-B0F8-5BC3EA003C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8F4B9D20-9E87-4286-BD5E-C858859EC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F2EBBBBA-126B-4FA9-BFF8-DDEE0421E8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74487e5651499f"/>
    <p:sldLayoutId xmlns:r="http://schemas.openxmlformats.org/officeDocument/2006/relationships" id="2147483650" r:id="R6c826415b9bc4b81"/>
    <p:sldLayoutId xmlns:r="http://schemas.openxmlformats.org/officeDocument/2006/relationships" id="2147483651" r:id="Rd70d105dc488469e"/>
    <p:sldLayoutId xmlns:r="http://schemas.openxmlformats.org/officeDocument/2006/relationships" id="2147483652" r:id="R531bc81b733d43da"/>
    <p:sldLayoutId xmlns:r="http://schemas.openxmlformats.org/officeDocument/2006/relationships" id="2147483653" r:id="Rfab8b360fd214d98"/>
    <p:sldLayoutId xmlns:r="http://schemas.openxmlformats.org/officeDocument/2006/relationships" id="2147483654" r:id="R748556e241e94963"/>
    <p:sldLayoutId xmlns:r="http://schemas.openxmlformats.org/officeDocument/2006/relationships" id="2147483655" r:id="Reb3d2a8f32874d91"/>
    <p:sldLayoutId xmlns:r="http://schemas.openxmlformats.org/officeDocument/2006/relationships" id="2147483656" r:id="R052839cb08a840e0"/>
    <p:sldLayoutId xmlns:r="http://schemas.openxmlformats.org/officeDocument/2006/relationships" id="2147483657" r:id="R284deb28fbd749ca"/>
    <p:sldLayoutId xmlns:r="http://schemas.openxmlformats.org/officeDocument/2006/relationships" id="2147483658" r:id="Re262d42b11604be9"/>
    <p:sldLayoutId xmlns:r="http://schemas.openxmlformats.org/officeDocument/2006/relationships" id="2147483659" r:id="R9ae4540a5e36458e"/>
    <p:sldLayoutId xmlns:r="http://schemas.openxmlformats.org/officeDocument/2006/relationships" id="2147483660" r:id="R4d310674492c412a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14">
            <a:extLst xmlns:a="http://schemas.openxmlformats.org/drawingml/2006/main">
              <a:ext uri="{FF2B5EF4-FFF2-40B4-BE49-F238E27FC236}">
                <a16:creationId xmlns:a16="http://schemas.microsoft.com/office/drawing/2014/main" id="{3FE18BA2-5D3D-4367-B8E6-F692D27F71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2" r:id="Rf54a11e2d6584c09"/>
    <p:sldLayoutId xmlns:r="http://schemas.openxmlformats.org/officeDocument/2006/relationships" id="2147483663" r:id="R2505c0a418114ca9"/>
    <p:sldLayoutId xmlns:r="http://schemas.openxmlformats.org/officeDocument/2006/relationships" id="2147483664" r:id="Ree8eee33e7964085"/>
    <p:sldLayoutId xmlns:r="http://schemas.openxmlformats.org/officeDocument/2006/relationships" id="2147483665" r:id="R9bcab74d138d415a"/>
    <p:sldLayoutId xmlns:r="http://schemas.openxmlformats.org/officeDocument/2006/relationships" id="2147483666" r:id="R81ccfee93cf14b83"/>
    <p:sldLayoutId xmlns:r="http://schemas.openxmlformats.org/officeDocument/2006/relationships" id="2147483667" r:id="R1884a3ef5f554e77"/>
    <p:sldLayoutId xmlns:r="http://schemas.openxmlformats.org/officeDocument/2006/relationships" id="2147483668" r:id="Ra70204083f5744a5"/>
    <p:sldLayoutId xmlns:r="http://schemas.openxmlformats.org/officeDocument/2006/relationships" id="2147483669" r:id="Rb5eee5088500405d"/>
    <p:sldLayoutId xmlns:r="http://schemas.openxmlformats.org/officeDocument/2006/relationships" id="2147483670" r:id="Rc01bf5e5c1464d33"/>
    <p:sldLayoutId xmlns:r="http://schemas.openxmlformats.org/officeDocument/2006/relationships" id="2147483671" r:id="R3e6f38b347f3400e"/>
    <p:sldLayoutId xmlns:r="http://schemas.openxmlformats.org/officeDocument/2006/relationships" id="2147483672" r:id="R2234fcee01214cf0"/>
    <p:sldLayoutId xmlns:r="http://schemas.openxmlformats.org/officeDocument/2006/relationships" id="2147483673" r:id="Ra27f54d4ec8e4b71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a3816c9109b64306" /><Relationship Type="http://schemas.openxmlformats.org/officeDocument/2006/relationships/image" Target="/ppt/media/image4.png" Id="Raf58df6fa02047ab" /><Relationship Type="http://schemas.openxmlformats.org/officeDocument/2006/relationships/notesSlide" Target="/ppt/notesSlides/notesSlide1.xml" Id="R4dce09d79b2a44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666f3f520e9e4666" /><Relationship Type="http://schemas.openxmlformats.org/officeDocument/2006/relationships/notesSlide" Target="/ppt/notesSlides/notesSlide2.xml" Id="R370a84e55e494f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c4a32f5a2abd45cd" /><Relationship Type="http://schemas.openxmlformats.org/officeDocument/2006/relationships/image" Target="/ppt/media/image5.png" Id="R8b724ab1ae824dfc" /><Relationship Type="http://schemas.openxmlformats.org/officeDocument/2006/relationships/image" Target="/ppt/media/image6.png" Id="Rcb0407a7dcc142d5" /><Relationship Type="http://schemas.openxmlformats.org/officeDocument/2006/relationships/notesSlide" Target="/ppt/notesSlides/notesSlide3.xml" Id="R9a11e356ff5c47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4c0abf715c6a4d20" /><Relationship Type="http://schemas.openxmlformats.org/officeDocument/2006/relationships/image" Target="/ppt/media/image7.png" Id="Ra507d05917314d2b" /><Relationship Type="http://schemas.openxmlformats.org/officeDocument/2006/relationships/image" Target="/ppt/media/image3.png" Id="R9b1192337c51499a" /><Relationship Type="http://schemas.openxmlformats.org/officeDocument/2006/relationships/notesSlide" Target="/ppt/notesSlides/notesSlide4.xml" Id="Rb7025211c51642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bcf0f6f22d3c494e" /><Relationship Type="http://schemas.openxmlformats.org/officeDocument/2006/relationships/image" Target="/ppt/media/image8.png" Id="R77149c59e2c64f7b" /><Relationship Type="http://schemas.openxmlformats.org/officeDocument/2006/relationships/notesSlide" Target="/ppt/notesSlides/notesSlide5.xml" Id="R5df8310b1a1341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54094bb1b6be4bfb" /><Relationship Type="http://schemas.openxmlformats.org/officeDocument/2006/relationships/notesSlide" Target="/ppt/notesSlides/notesSlide6.xml" Id="Rd1377527bc8c4a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28">
            <a:extLst xmlns:a="http://schemas.openxmlformats.org/drawingml/2006/main">
              <a:ext uri="{FF2B5EF4-FFF2-40B4-BE49-F238E27FC236}">
                <a16:creationId xmlns:a16="http://schemas.microsoft.com/office/drawing/2014/main" id="{41850604-AC01-4D65-B17B-8418AA46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0775" y="2586700"/>
            <a:ext cx="3080700" cy="6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1650" tIns="61650" rIns="61650" bIns="6165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No One Left Behind</a:t>
            </a:r>
            <a:endParaRPr sz="24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20" name="Google Shape;120;p28">
            <a:extLst xmlns:a="http://schemas.openxmlformats.org/drawingml/2006/main">
              <a:ext uri="{FF2B5EF4-FFF2-40B4-BE49-F238E27FC236}">
                <a16:creationId xmlns:a16="http://schemas.microsoft.com/office/drawing/2014/main" id="{96D372FC-4A4B-498D-93D0-F8F27C3AAF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58df6fa02047ab">
            <a:alphaModFix/>
          </a:blip>
          <a:srcRect xmlns:a="http://schemas.openxmlformats.org/drawingml/2006/main" l="0" t="27378" r="0" b="25727"/>
          <a:stretch xmlns:a="http://schemas.openxmlformats.org/drawingml/2006/main"/>
        </p:blipFill>
        <p:spPr>
          <a:xfrm xmlns:a="http://schemas.openxmlformats.org/drawingml/2006/main" rot="10800000" flipH="1">
            <a:off x="3586375" y="2509998"/>
            <a:ext cx="2276050" cy="6003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8041304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125" name="Google Shape;125;p29">
            <a:extLst xmlns:a="http://schemas.openxmlformats.org/drawingml/2006/main">
              <a:ext uri="{FF2B5EF4-FFF2-40B4-BE49-F238E27FC236}">
                <a16:creationId xmlns:a16="http://schemas.microsoft.com/office/drawing/2014/main" id="{6E5D2303-9B77-4820-93F2-6733B3651847}"/>
              </a:ext>
            </a:extLst>
          </p:cNvPr>
          <p:cNvGraphicFramePr/>
          <p:nvPr/>
        </p:nvGraphicFramePr>
        <p:xfrm>
          <a:off xmlns:a="http://schemas.openxmlformats.org/drawingml/2006/main" x="577750" y="1357275"/>
          <a:ext xmlns:a="http://schemas.openxmlformats.org/drawingml/2006/main" cx="3000000" cy="3000000"/>
        </p:xfrm>
        <a:graphic xmlns:a="http://schemas.openxmlformats.org/drawingml/2006/main">
          <a:graphicData uri="http://schemas.openxmlformats.org/drawingml/2006/table">
            <a:tbl>
              <a:tblPr>
                <a:tableStyleId>{36CBF07F-845D-42DA-AEE9-C422CBFCC5D9}</a:tableStyleId>
              </a:tblPr>
              <a:tblGrid>
                <a:gridCol w="1352950"/>
                <a:gridCol w="1352950"/>
                <a:gridCol w="1238050"/>
                <a:gridCol w="1467825"/>
                <a:gridCol w="1352950"/>
                <a:gridCol w="1352950"/>
              </a:tblGrid>
              <a:tr h="399675"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NAME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EMAIL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PHONE</a:t>
                      </a:r>
                      <a:endParaRPr sz="800" b="1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FILMING AVAILABILITY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28575" marR="28575" marT="19050" marB="19050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PROJECT SHARING</a:t>
                      </a:r>
                      <a:endParaRPr sz="800" b="1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28575" marR="28575" marT="19050" marB="19050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675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SHARE WITH</a:t>
                      </a:r>
                      <a:endParaRPr sz="600">
                        <a:latin typeface="Google Sans Flex"/>
                        <a:ea typeface="Google Sans Flex"/>
                        <a:cs typeface="Google Sans Flex"/>
                      </a:endParaRPr>
                    </a:p>
                  </a:txBody>
                  <a:tcPr marL="91425" marR="91425" marT="91425" marB="91425" anchor="ctr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Julian Diaz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juliand.odiaz@gmail.com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 i="1"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Hossein Rahmani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rahmani.hossein1380@gmail.com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Himanshu Jha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himanshu2007jha@gmail.com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Frontend Lead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student-01-b08d8ba1c5d4@qwiklabs.net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Confirm with team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Yes — 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collaborators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role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Product / story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Agent / backend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Data / validation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UI / testing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Shared repo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Project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Florida Adaptive Evacuation Readiness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Lee County, FL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Agents for Impact 2026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Public repo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GitHub link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Video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Under 3 minutes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Screen share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Team recording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Submit with deck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Qwiklabs link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Ready to confirm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Phone: confirm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9E9E9E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Availability: confirm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Repo sharing: 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L="28575" marR="28575" marT="19050" marB="19050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CCCCCC"/>
                      </a:solidFill>
                      <a:prstDash val="solid"/>
                    </a:lnR>
                    <a:lnT w="9525" cmpd="sng">
                      <a:solidFill>
                        <a:srgbClr val="CCCCCC"/>
                      </a:solidFill>
                      <a:prstDash val="solid"/>
                    </a:lnT>
                    <a:lnB w="9525" cmpd="sng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600" b="0">
                          <a:solidFill>
                            <a:srgbClr val="FFFFFF"/>
                          </a:solidFill>
                        </a:rPr>
                        <a:t>Contacts above</a:t>
                      </a:r>
                      <a:endParaRPr/>
                    </a:p>
                  </a:txBody>
                  <a:tcPr marL="91425" marR="91425" marT="91425" marB="91425">
                    <a:lnL w="9525" cmpd="sng">
                      <a:solidFill>
                        <a:srgbClr val="CCCCCC"/>
                      </a:solidFill>
                      <a:prstDash val="solid"/>
                    </a:lnL>
                    <a:lnR w="9525" cmpd="sng">
                      <a:solidFill>
                        <a:srgbClr val="9E9E9E"/>
                      </a:solidFill>
                      <a:prstDash val="solid"/>
                    </a:lnR>
                    <a:lnT w="9525" cmpd="sng">
                      <a:solidFill>
                        <a:srgbClr val="9E9E9E"/>
                      </a:solidFill>
                      <a:prstDash val="solid"/>
                    </a:lnT>
                    <a:lnB w="9525" cmpd="sng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6" name="Google Shape;126;p29">
            <a:extLst xmlns:a="http://schemas.openxmlformats.org/drawingml/2006/main">
              <a:ext uri="{FF2B5EF4-FFF2-40B4-BE49-F238E27FC236}">
                <a16:creationId xmlns:a16="http://schemas.microsoft.com/office/drawing/2014/main" id="{69E19C0D-0BDE-409F-874C-595B34919C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27" name="Google Shape;127;p29">
            <a:extLst xmlns:a="http://schemas.openxmlformats.org/drawingml/2006/main">
              <a:ext uri="{FF2B5EF4-FFF2-40B4-BE49-F238E27FC236}">
                <a16:creationId xmlns:a16="http://schemas.microsoft.com/office/drawing/2014/main" id="{EBCC44BE-3348-4398-932F-B7FBBBAC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450" y="567011"/>
            <a:ext cx="5330100" cy="68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Filming Availability: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Should your team be selected as the winner, indicate if and when you are able to return to the Opera House between 1-4PM on 10/21 to film a team pitch of your project. 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Project Sharing: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Mark “yes” if you are OK with us sharing what you built with your team at work.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Share With: </a:t>
            </a:r>
            <a:r>
              <a:rPr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If “yes” to the above, is there anyone specific you’d like us to share it with at work?  Provide email(s).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</p:spTree>
    <p:extLst>
      <p:ext uri="{BB962C8B-B14F-4D97-AF65-F5344CB8AC3E}">
        <p14:creationId xmlns:p14="http://schemas.microsoft.com/office/powerpoint/2010/main" val="892518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2" name="Google Shape;132;p30">
            <a:extLst xmlns:a="http://schemas.openxmlformats.org/drawingml/2006/main">
              <a:ext uri="{FF2B5EF4-FFF2-40B4-BE49-F238E27FC236}">
                <a16:creationId xmlns:a16="http://schemas.microsoft.com/office/drawing/2014/main" id="{2ADA0CDB-1FD7-47E1-B4B3-4F24BD3132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33" name="Google Shape;133;p30">
            <a:extLst xmlns:a="http://schemas.openxmlformats.org/drawingml/2006/main">
              <a:ext uri="{FF2B5EF4-FFF2-40B4-BE49-F238E27FC236}">
                <a16:creationId xmlns:a16="http://schemas.microsoft.com/office/drawing/2014/main" id="{4B4F4E4A-7D08-44EA-935E-FDE0328BBF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b724ab1ae824dfc">
            <a:alphaModFix/>
          </a:blip>
          <a:srcRect xmlns:a="http://schemas.openxmlformats.org/drawingml/2006/main" l="36213" t="0" r="362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1774475" y="471199"/>
            <a:ext cx="1003551" cy="2048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4" name="Google Shape;134;p30">
            <a:extLst xmlns:a="http://schemas.openxmlformats.org/drawingml/2006/main">
              <a:ext uri="{FF2B5EF4-FFF2-40B4-BE49-F238E27FC236}">
                <a16:creationId xmlns:a16="http://schemas.microsoft.com/office/drawing/2014/main" id="{79C104AE-A917-40ED-B9BD-45320998D8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0407a7dcc142d5">
            <a:alphaModFix/>
          </a:blip>
          <a:srcRect xmlns:a="http://schemas.openxmlformats.org/drawingml/2006/main" l="32349" t="0" r="40091" b="0"/>
          <a:stretch xmlns:a="http://schemas.openxmlformats.org/drawingml/2006/main"/>
        </p:blipFill>
        <p:spPr>
          <a:xfrm xmlns:a="http://schemas.openxmlformats.org/drawingml/2006/main" rot="10800000">
            <a:off x="6382750" y="506306"/>
            <a:ext cx="1003551" cy="2048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B6E99D36-FF4D-4CB0-807D-F13860F9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24150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>
                <a:solidFill>
                  <a:srgbClr val="FFFFFF"/>
                </a:solidFill>
              </a:defRPr>
            </a:defPPr>
            <a:lvl1pPr algn="ctr">
              <a:defRPr sz="975">
                <a:solidFill>
                  <a:srgbClr val="FFFFFF"/>
                </a:solidFill>
              </a:defRPr>
            </a:lvl1pPr>
            <a:lvl2pPr algn="ctr">
              <a:defRPr sz="975">
                <a:solidFill>
                  <a:srgbClr val="FFFFFF"/>
                </a:solidFill>
              </a:defRPr>
            </a:lvl2pPr>
            <a:lvl3pPr algn="ctr">
              <a:defRPr sz="975">
                <a:solidFill>
                  <a:srgbClr val="FFFFFF"/>
                </a:solidFill>
              </a:defRPr>
            </a:lvl3pPr>
            <a:lvl4pPr algn="ctr">
              <a:defRPr sz="975">
                <a:solidFill>
                  <a:srgbClr val="FFFFFF"/>
                </a:solidFill>
              </a:defRPr>
            </a:lvl4pPr>
            <a:lvl5pPr algn="ctr">
              <a:defRPr sz="975">
                <a:solidFill>
                  <a:srgbClr val="FFFFFF"/>
                </a:solidFill>
              </a:defRPr>
            </a:lvl5pPr>
            <a:lvl6pPr algn="ctr">
              <a:defRPr sz="975">
                <a:solidFill>
                  <a:srgbClr val="FFFFFF"/>
                </a:solidFill>
              </a:defRPr>
            </a:lvl6pPr>
            <a:lvl7pPr algn="ctr">
              <a:defRPr sz="975">
                <a:solidFill>
                  <a:srgbClr val="FFFFFF"/>
                </a:solidFill>
              </a:defRPr>
            </a:lvl7pPr>
            <a:lvl8pPr algn="ctr">
              <a:defRPr sz="975">
                <a:solidFill>
                  <a:srgbClr val="FFFFFF"/>
                </a:solidFill>
              </a:defRPr>
            </a:lvl8pPr>
            <a:lvl9pPr algn="ctr"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Lee County needs a pre-landfall plan for residents who cannot self-evacuate.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After Ian, the median age of people who died was in the seventies. 3,840 households lack a vehicle. 1,420 residents depend on medical power.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The county and its community partners need one shared plan.</a:t>
            </a:r>
          </a:p>
        </p:txBody>
      </p:sp>
    </p:spTree>
    <p:extLst>
      <p:ext uri="{BB962C8B-B14F-4D97-AF65-F5344CB8AC3E}">
        <p14:creationId xmlns:p14="http://schemas.microsoft.com/office/powerpoint/2010/main" val="17753171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31">
            <a:extLst xmlns:a="http://schemas.openxmlformats.org/drawingml/2006/main">
              <a:ext uri="{FF2B5EF4-FFF2-40B4-BE49-F238E27FC236}">
                <a16:creationId xmlns:a16="http://schemas.microsoft.com/office/drawing/2014/main" id="{BA41071A-8732-4418-920E-4742D92087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42" name="Google Shape;142;p31">
            <a:extLst xmlns:a="http://schemas.openxmlformats.org/drawingml/2006/main">
              <a:ext uri="{FF2B5EF4-FFF2-40B4-BE49-F238E27FC236}">
                <a16:creationId xmlns:a16="http://schemas.microsoft.com/office/drawing/2014/main" id="{BBF62A1F-F8C4-428F-B653-02DDC4B9C8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07d05917314d2b">
            <a:alphaModFix/>
          </a:blip>
          <a:srcRect xmlns:a="http://schemas.openxmlformats.org/drawingml/2006/main" l="27525" t="0" r="275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0" y="1225522"/>
            <a:ext cx="1936451" cy="269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3" name="Google Shape;143;p31">
            <a:extLst xmlns:a="http://schemas.openxmlformats.org/drawingml/2006/main">
              <a:ext uri="{FF2B5EF4-FFF2-40B4-BE49-F238E27FC236}">
                <a16:creationId xmlns:a16="http://schemas.microsoft.com/office/drawing/2014/main" id="{B67B7A4E-489F-42AA-B56E-8908AFC08F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192337c51499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7550" y="1225522"/>
            <a:ext cx="1936451" cy="2692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2CFB3576-5B70-4531-BFF8-F9839805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71750"/>
            <a:ext cx="4286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>
                <a:solidFill>
                  <a:srgbClr val="FFFFFF"/>
                </a:solidFill>
              </a:defRPr>
            </a:defPPr>
            <a:lvl1pPr algn="ctr">
              <a:defRPr sz="975">
                <a:solidFill>
                  <a:srgbClr val="FFFFFF"/>
                </a:solidFill>
              </a:defRPr>
            </a:lvl1pPr>
            <a:lvl2pPr algn="ctr">
              <a:defRPr sz="975">
                <a:solidFill>
                  <a:srgbClr val="FFFFFF"/>
                </a:solidFill>
              </a:defRPr>
            </a:lvl2pPr>
            <a:lvl3pPr algn="ctr">
              <a:defRPr sz="975">
                <a:solidFill>
                  <a:srgbClr val="FFFFFF"/>
                </a:solidFill>
              </a:defRPr>
            </a:lvl3pPr>
            <a:lvl4pPr algn="ctr">
              <a:defRPr sz="975">
                <a:solidFill>
                  <a:srgbClr val="FFFFFF"/>
                </a:solidFill>
              </a:defRPr>
            </a:lvl4pPr>
            <a:lvl5pPr algn="ctr">
              <a:defRPr sz="975">
                <a:solidFill>
                  <a:srgbClr val="FFFFFF"/>
                </a:solidFill>
              </a:defRPr>
            </a:lvl5pPr>
            <a:lvl6pPr algn="ctr">
              <a:defRPr sz="975">
                <a:solidFill>
                  <a:srgbClr val="FFFFFF"/>
                </a:solidFill>
              </a:defRPr>
            </a:lvl6pPr>
            <a:lvl7pPr algn="ctr">
              <a:defRPr sz="975">
                <a:solidFill>
                  <a:srgbClr val="FFFFFF"/>
                </a:solidFill>
              </a:defRPr>
            </a:lvl7pPr>
            <a:lvl8pPr algn="ctr">
              <a:defRPr sz="975">
                <a:solidFill>
                  <a:srgbClr val="FFFFFF"/>
                </a:solidFill>
              </a:defRPr>
            </a:lvl8pPr>
            <a:lvl9pPr algn="ctr"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Our Agent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The planner asks about risk. The agent ranks vulnerable tracts, finds nearby outreach hubs, grounds shelter places with Google Maps, and sends unknowns to human partners.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Outcome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A county brief with a priority zone, a destination, a backup, and a path to recruit peers.</a:t>
            </a:r>
          </a:p>
        </p:txBody>
      </p:sp>
    </p:spTree>
    <p:extLst>
      <p:ext uri="{BB962C8B-B14F-4D97-AF65-F5344CB8AC3E}">
        <p14:creationId xmlns:p14="http://schemas.microsoft.com/office/powerpoint/2010/main" val="6670350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32">
            <a:extLst xmlns:a="http://schemas.openxmlformats.org/drawingml/2006/main">
              <a:ext uri="{FF2B5EF4-FFF2-40B4-BE49-F238E27FC236}">
                <a16:creationId xmlns:a16="http://schemas.microsoft.com/office/drawing/2014/main" id="{56DB79B8-E3BB-46D4-AB03-AB4C21A684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50" name="Google Shape;150;p32">
            <a:extLst xmlns:a="http://schemas.openxmlformats.org/drawingml/2006/main">
              <a:ext uri="{FF2B5EF4-FFF2-40B4-BE49-F238E27FC236}">
                <a16:creationId xmlns:a16="http://schemas.microsoft.com/office/drawing/2014/main" id="{AB66D43C-6802-474D-827F-C82F723366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149c59e2c64f7b">
            <a:alphaModFix/>
          </a:blip>
          <a:srcRect xmlns:a="http://schemas.openxmlformats.org/drawingml/2006/main" l="0" t="34044" r="0" b="340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4175675" y="519496"/>
            <a:ext cx="4769550" cy="951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45EDFFCA-4FF1-4FBE-9D7C-AAD5B874D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7429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>
                <a:solidFill>
                  <a:srgbClr val="FFFFFF"/>
                </a:solidFill>
              </a:defRPr>
            </a:defPPr>
            <a:lvl1pPr algn="l">
              <a:defRPr sz="975">
                <a:solidFill>
                  <a:srgbClr val="FFFFFF"/>
                </a:solidFill>
              </a:defRPr>
            </a:lvl1pPr>
            <a:lvl2pPr algn="l">
              <a:defRPr sz="975">
                <a:solidFill>
                  <a:srgbClr val="FFFFFF"/>
                </a:solidFill>
              </a:defRPr>
            </a:lvl2pPr>
            <a:lvl3pPr algn="l">
              <a:defRPr sz="975">
                <a:solidFill>
                  <a:srgbClr val="FFFFFF"/>
                </a:solidFill>
              </a:defRPr>
            </a:lvl3pPr>
            <a:lvl4pPr algn="l">
              <a:defRPr sz="975">
                <a:solidFill>
                  <a:srgbClr val="FFFFFF"/>
                </a:solidFill>
              </a:defRPr>
            </a:lvl4pPr>
            <a:lvl5pPr algn="l">
              <a:defRPr sz="975">
                <a:solidFill>
                  <a:srgbClr val="FFFFFF"/>
                </a:solidFill>
              </a:defRPr>
            </a:lvl5pPr>
            <a:lvl6pPr algn="l">
              <a:defRPr sz="975">
                <a:solidFill>
                  <a:srgbClr val="FFFFFF"/>
                </a:solidFill>
              </a:defRPr>
            </a:lvl6pPr>
            <a:lvl7pPr algn="l">
              <a:defRPr sz="975">
                <a:solidFill>
                  <a:srgbClr val="FFFFFF"/>
                </a:solidFill>
              </a:defRPr>
            </a:lvl7pPr>
            <a:lvl8pPr algn="l">
              <a:defRPr sz="975">
                <a:solidFill>
                  <a:srgbClr val="FFFFFF"/>
                </a:solidFill>
              </a:defRPr>
            </a:lvl8pPr>
            <a:lvl9pPr algn="l">
              <a:defRPr sz="97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Sources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BigQuery gold tables: vulnerability, shelters, power dependence, and hazard exposure.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Google Maps grounding: places and routing check whether registered facilities still exist.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Community partners validate accessibility and operations in person.</a:t>
            </a:r>
          </a:p>
        </p:txBody>
      </p:sp>
    </p:spTree>
    <p:extLst>
      <p:ext uri="{BB962C8B-B14F-4D97-AF65-F5344CB8AC3E}">
        <p14:creationId xmlns:p14="http://schemas.microsoft.com/office/powerpoint/2010/main" val="2394753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13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6" name="Google Shape;156;p33">
            <a:extLst xmlns:a="http://schemas.openxmlformats.org/drawingml/2006/main">
              <a:ext uri="{FF2B5EF4-FFF2-40B4-BE49-F238E27FC236}">
                <a16:creationId xmlns:a16="http://schemas.microsoft.com/office/drawing/2014/main" id="{3BC71F0F-8138-4662-9493-B5972B352B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365633" y="470888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57" name="Google Shape;157;p33">
            <a:extLst xmlns:a="http://schemas.openxmlformats.org/drawingml/2006/main">
              <a:ext uri="{FF2B5EF4-FFF2-40B4-BE49-F238E27FC236}">
                <a16:creationId xmlns:a16="http://schemas.microsoft.com/office/drawing/2014/main" id="{FCC6B91B-0E48-41EB-9F23-BBB4DAA9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66" y="509013"/>
            <a:ext cx="855600" cy="131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</a:endParaRPr>
          </a:p>
        </p:txBody>
      </p:sp>
      <p:sp>
        <p:nvSpPr>
          <p:cNvPr id="158" name="Google Shape;158;p33">
            <a:extLst xmlns:a="http://schemas.openxmlformats.org/drawingml/2006/main">
              <a:ext uri="{FF2B5EF4-FFF2-40B4-BE49-F238E27FC236}">
                <a16:creationId xmlns:a16="http://schemas.microsoft.com/office/drawing/2014/main" id="{9162C1B3-E276-42F2-A2FD-F84447F6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3230216" y="585213"/>
            <a:ext cx="855600" cy="131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0">
                <a:solidFill>
                  <a:srgbClr val="F8F8F8"/>
                </a:solidFill>
                <a:latin typeface="Google Sans Flex Thin"/>
                <a:ea typeface="Google Sans Flex Thin"/>
                <a:cs typeface="Google Sans Flex Thin"/>
              </a:rPr>
              <a:t>(</a:t>
            </a:r>
            <a:endParaRPr sz="9000">
              <a:solidFill>
                <a:srgbClr val="F8F8F8"/>
              </a:solidFill>
              <a:latin typeface="Google Sans Flex Thin"/>
              <a:ea typeface="Google Sans Flex Thin"/>
              <a:cs typeface="Google Sans Flex Thin"/>
            </a:endParaRP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8D3F2E8-8EBE-4EDA-B72D-0C766A5F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1381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B3140"/>
          </a:solidFill>
          <a:ln xmlns:a="http://schemas.openxmlformats.org/drawingml/2006/main" w="14288">
            <a:solidFill>
              <a:srgbClr val="E8EEF7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>
                <a:solidFill>
                  <a:srgbClr val="FFFFFF"/>
                </a:solidFill>
              </a:defRPr>
            </a:defPPr>
            <a:lvl1pPr algn="ctr">
              <a:defRPr sz="825">
                <a:solidFill>
                  <a:srgbClr val="FFFFFF"/>
                </a:solidFill>
              </a:defRPr>
            </a:lvl1pPr>
            <a:lvl2pPr algn="ctr">
              <a:defRPr sz="825">
                <a:solidFill>
                  <a:srgbClr val="FFFFFF"/>
                </a:solidFill>
              </a:defRPr>
            </a:lvl2pPr>
            <a:lvl3pPr algn="ctr">
              <a:defRPr sz="825">
                <a:solidFill>
                  <a:srgbClr val="FFFFFF"/>
                </a:solidFill>
              </a:defRPr>
            </a:lvl3pPr>
            <a:lvl4pPr algn="ctr">
              <a:defRPr sz="825">
                <a:solidFill>
                  <a:srgbClr val="FFFFFF"/>
                </a:solidFill>
              </a:defRPr>
            </a:lvl4pPr>
            <a:lvl5pPr algn="ctr">
              <a:defRPr sz="825">
                <a:solidFill>
                  <a:srgbClr val="FFFFFF"/>
                </a:solidFill>
              </a:defRPr>
            </a:lvl5pPr>
            <a:lvl6pPr algn="ctr">
              <a:defRPr sz="825">
                <a:solidFill>
                  <a:srgbClr val="FFFFFF"/>
                </a:solidFill>
              </a:defRPr>
            </a:lvl6pPr>
            <a:lvl7pPr algn="ctr">
              <a:defRPr sz="825">
                <a:solidFill>
                  <a:srgbClr val="FFFFFF"/>
                </a:solidFill>
              </a:defRPr>
            </a:lvl7pPr>
            <a:lvl8pPr algn="ctr">
              <a:defRPr sz="825">
                <a:solidFill>
                  <a:srgbClr val="FFFFFF"/>
                </a:solidFill>
              </a:defRPr>
            </a:lvl8pPr>
            <a:lvl9pPr algn="ctr">
              <a:defRPr sz="82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825">
                <a:solidFill>
                  <a:srgbClr val="FFFFFF"/>
                </a:solidFill>
              </a:defRPr>
            </a:pPr>
            <a:r>
              <a:rPr sz="825">
                <a:solidFill>
                  <a:srgbClr val="FFFFFF"/>
                </a:solidFill>
              </a:rPr>
              <a:t>Emergency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825">
                <a:solidFill>
                  <a:srgbClr val="FFFFFF"/>
                </a:solidFill>
              </a:defRPr>
            </a:pPr>
            <a:r>
              <a:rPr sz="825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3570DADA-CC3B-4EC3-8A77-D0C7C6BA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17170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>
                <a:solidFill>
                  <a:srgbClr val="8BD0C3"/>
                </a:solidFill>
              </a:defRPr>
            </a:defPPr>
            <a:lvl1pPr algn="ctr">
              <a:defRPr sz="1500">
                <a:solidFill>
                  <a:srgbClr val="8BD0C3"/>
                </a:solidFill>
              </a:defRPr>
            </a:lvl1pPr>
            <a:lvl2pPr algn="ctr">
              <a:defRPr sz="1500">
                <a:solidFill>
                  <a:srgbClr val="8BD0C3"/>
                </a:solidFill>
              </a:defRPr>
            </a:lvl2pPr>
            <a:lvl3pPr algn="ctr">
              <a:defRPr sz="1500">
                <a:solidFill>
                  <a:srgbClr val="8BD0C3"/>
                </a:solidFill>
              </a:defRPr>
            </a:lvl3pPr>
            <a:lvl4pPr algn="ctr">
              <a:defRPr sz="1500">
                <a:solidFill>
                  <a:srgbClr val="8BD0C3"/>
                </a:solidFill>
              </a:defRPr>
            </a:lvl4pPr>
            <a:lvl5pPr algn="ctr">
              <a:defRPr sz="1500">
                <a:solidFill>
                  <a:srgbClr val="8BD0C3"/>
                </a:solidFill>
              </a:defRPr>
            </a:lvl5pPr>
            <a:lvl6pPr algn="ctr">
              <a:defRPr sz="1500">
                <a:solidFill>
                  <a:srgbClr val="8BD0C3"/>
                </a:solidFill>
              </a:defRPr>
            </a:lvl6pPr>
            <a:lvl7pPr algn="ctr">
              <a:defRPr sz="1500">
                <a:solidFill>
                  <a:srgbClr val="8BD0C3"/>
                </a:solidFill>
              </a:defRPr>
            </a:lvl7pPr>
            <a:lvl8pPr algn="ctr">
              <a:defRPr sz="1500">
                <a:solidFill>
                  <a:srgbClr val="8BD0C3"/>
                </a:solidFill>
              </a:defRPr>
            </a:lvl8pPr>
            <a:lvl9pPr algn="ctr">
              <a:defRPr sz="1500">
                <a:solidFill>
                  <a:srgbClr val="8BD0C3"/>
                </a:solidFill>
              </a:defRPr>
            </a:lvl9pPr>
          </a:lstStyle>
          <a:p xmlns:a="http://schemas.openxmlformats.org/drawingml/2006/main">
            <a:pPr algn="ctr">
              <a:defRPr sz="1500">
                <a:solidFill>
                  <a:srgbClr val="8BD0C3"/>
                </a:solidFill>
              </a:defRPr>
            </a:pPr>
            <a:r>
              <a:rPr sz="1500">
                <a:solidFill>
                  <a:srgbClr val="8BD0C3"/>
                </a:solidFill>
              </a:rPr>
              <a:t>→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050B22D4-FE07-48B8-B58D-5DCC61A9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047875"/>
            <a:ext cx="1476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43949"/>
          </a:solidFill>
          <a:ln xmlns:a="http://schemas.openxmlformats.org/drawingml/2006/main" w="14288">
            <a:solidFill>
              <a:srgbClr val="8BD0C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>
                <a:solidFill>
                  <a:srgbClr val="FFFFFF"/>
                </a:solidFill>
              </a:defRPr>
            </a:defPPr>
            <a:lvl1pPr algn="ctr">
              <a:defRPr sz="825">
                <a:solidFill>
                  <a:srgbClr val="FFFFFF"/>
                </a:solidFill>
              </a:defRPr>
            </a:lvl1pPr>
            <a:lvl2pPr algn="ctr">
              <a:defRPr sz="825">
                <a:solidFill>
                  <a:srgbClr val="FFFFFF"/>
                </a:solidFill>
              </a:defRPr>
            </a:lvl2pPr>
            <a:lvl3pPr algn="ctr">
              <a:defRPr sz="825">
                <a:solidFill>
                  <a:srgbClr val="FFFFFF"/>
                </a:solidFill>
              </a:defRPr>
            </a:lvl3pPr>
            <a:lvl4pPr algn="ctr">
              <a:defRPr sz="825">
                <a:solidFill>
                  <a:srgbClr val="FFFFFF"/>
                </a:solidFill>
              </a:defRPr>
            </a:lvl4pPr>
            <a:lvl5pPr algn="ctr">
              <a:defRPr sz="825">
                <a:solidFill>
                  <a:srgbClr val="FFFFFF"/>
                </a:solidFill>
              </a:defRPr>
            </a:lvl5pPr>
            <a:lvl6pPr algn="ctr">
              <a:defRPr sz="825">
                <a:solidFill>
                  <a:srgbClr val="FFFFFF"/>
                </a:solidFill>
              </a:defRPr>
            </a:lvl6pPr>
            <a:lvl7pPr algn="ctr">
              <a:defRPr sz="825">
                <a:solidFill>
                  <a:srgbClr val="FFFFFF"/>
                </a:solidFill>
              </a:defRPr>
            </a:lvl7pPr>
            <a:lvl8pPr algn="ctr">
              <a:defRPr sz="825">
                <a:solidFill>
                  <a:srgbClr val="FFFFFF"/>
                </a:solidFill>
              </a:defRPr>
            </a:lvl8pPr>
            <a:lvl9pPr algn="ctr">
              <a:defRPr sz="82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825">
                <a:solidFill>
                  <a:srgbClr val="FFFFFF"/>
                </a:solidFill>
              </a:defRPr>
            </a:pPr>
            <a:r>
              <a:rPr sz="825">
                <a:solidFill>
                  <a:srgbClr val="FFFFFF"/>
                </a:solidFill>
              </a:rPr>
              <a:t>React command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825">
                <a:solidFill>
                  <a:srgbClr val="FFFFFF"/>
                </a:solidFill>
              </a:defRPr>
            </a:pPr>
            <a:r>
              <a:rPr sz="825">
                <a:solidFill>
                  <a:srgbClr val="FFFFFF"/>
                </a:solidFill>
              </a:rPr>
              <a:t>center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998D1D18-F14C-4441-AD46-7672CDF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17170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>
                <a:solidFill>
                  <a:srgbClr val="8BD0C3"/>
                </a:solidFill>
              </a:defRPr>
            </a:defPPr>
            <a:lvl1pPr algn="ctr">
              <a:defRPr sz="1500">
                <a:solidFill>
                  <a:srgbClr val="8BD0C3"/>
                </a:solidFill>
              </a:defRPr>
            </a:lvl1pPr>
            <a:lvl2pPr algn="ctr">
              <a:defRPr sz="1500">
                <a:solidFill>
                  <a:srgbClr val="8BD0C3"/>
                </a:solidFill>
              </a:defRPr>
            </a:lvl2pPr>
            <a:lvl3pPr algn="ctr">
              <a:defRPr sz="1500">
                <a:solidFill>
                  <a:srgbClr val="8BD0C3"/>
                </a:solidFill>
              </a:defRPr>
            </a:lvl3pPr>
            <a:lvl4pPr algn="ctr">
              <a:defRPr sz="1500">
                <a:solidFill>
                  <a:srgbClr val="8BD0C3"/>
                </a:solidFill>
              </a:defRPr>
            </a:lvl4pPr>
            <a:lvl5pPr algn="ctr">
              <a:defRPr sz="1500">
                <a:solidFill>
                  <a:srgbClr val="8BD0C3"/>
                </a:solidFill>
              </a:defRPr>
            </a:lvl5pPr>
            <a:lvl6pPr algn="ctr">
              <a:defRPr sz="1500">
                <a:solidFill>
                  <a:srgbClr val="8BD0C3"/>
                </a:solidFill>
              </a:defRPr>
            </a:lvl6pPr>
            <a:lvl7pPr algn="ctr">
              <a:defRPr sz="1500">
                <a:solidFill>
                  <a:srgbClr val="8BD0C3"/>
                </a:solidFill>
              </a:defRPr>
            </a:lvl7pPr>
            <a:lvl8pPr algn="ctr">
              <a:defRPr sz="1500">
                <a:solidFill>
                  <a:srgbClr val="8BD0C3"/>
                </a:solidFill>
              </a:defRPr>
            </a:lvl8pPr>
            <a:lvl9pPr algn="ctr">
              <a:defRPr sz="1500">
                <a:solidFill>
                  <a:srgbClr val="8BD0C3"/>
                </a:solidFill>
              </a:defRPr>
            </a:lvl9pPr>
          </a:lstStyle>
          <a:p xmlns:a="http://schemas.openxmlformats.org/drawingml/2006/main">
            <a:pPr algn="ctr">
              <a:defRPr sz="1500">
                <a:solidFill>
                  <a:srgbClr val="8BD0C3"/>
                </a:solidFill>
              </a:defRPr>
            </a:pPr>
            <a:r>
              <a:rPr sz="1500">
                <a:solidFill>
                  <a:srgbClr val="8BD0C3"/>
                </a:solidFill>
              </a:rPr>
              <a:t>→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5EC3801-63EA-4095-8670-D7447D83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47875"/>
            <a:ext cx="1381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C4A"/>
          </a:solidFill>
          <a:ln xmlns:a="http://schemas.openxmlformats.org/drawingml/2006/main" w="14288">
            <a:solidFill>
              <a:srgbClr val="6BE0C1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>
                <a:solidFill>
                  <a:srgbClr val="FFFFFF"/>
                </a:solidFill>
              </a:defRPr>
            </a:defPPr>
            <a:lvl1pPr algn="ctr">
              <a:defRPr sz="825">
                <a:solidFill>
                  <a:srgbClr val="FFFFFF"/>
                </a:solidFill>
              </a:defRPr>
            </a:lvl1pPr>
            <a:lvl2pPr algn="ctr">
              <a:defRPr sz="825">
                <a:solidFill>
                  <a:srgbClr val="FFFFFF"/>
                </a:solidFill>
              </a:defRPr>
            </a:lvl2pPr>
            <a:lvl3pPr algn="ctr">
              <a:defRPr sz="825">
                <a:solidFill>
                  <a:srgbClr val="FFFFFF"/>
                </a:solidFill>
              </a:defRPr>
            </a:lvl3pPr>
            <a:lvl4pPr algn="ctr">
              <a:defRPr sz="825">
                <a:solidFill>
                  <a:srgbClr val="FFFFFF"/>
                </a:solidFill>
              </a:defRPr>
            </a:lvl4pPr>
            <a:lvl5pPr algn="ctr">
              <a:defRPr sz="825">
                <a:solidFill>
                  <a:srgbClr val="FFFFFF"/>
                </a:solidFill>
              </a:defRPr>
            </a:lvl5pPr>
            <a:lvl6pPr algn="ctr">
              <a:defRPr sz="825">
                <a:solidFill>
                  <a:srgbClr val="FFFFFF"/>
                </a:solidFill>
              </a:defRPr>
            </a:lvl6pPr>
            <a:lvl7pPr algn="ctr">
              <a:defRPr sz="825">
                <a:solidFill>
                  <a:srgbClr val="FFFFFF"/>
                </a:solidFill>
              </a:defRPr>
            </a:lvl7pPr>
            <a:lvl8pPr algn="ctr">
              <a:defRPr sz="825">
                <a:solidFill>
                  <a:srgbClr val="FFFFFF"/>
                </a:solidFill>
              </a:defRPr>
            </a:lvl8pPr>
            <a:lvl9pPr algn="ctr">
              <a:defRPr sz="82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825">
                <a:solidFill>
                  <a:srgbClr val="FFFFFF"/>
                </a:solidFill>
              </a:defRPr>
            </a:pPr>
            <a:r>
              <a:rPr sz="825">
                <a:solidFill>
                  <a:srgbClr val="FFFFFF"/>
                </a:solidFill>
              </a:rPr>
              <a:t>ADK agent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825">
                <a:solidFill>
                  <a:srgbClr val="FFFFFF"/>
                </a:solidFill>
              </a:defRPr>
            </a:pPr>
            <a:r>
              <a:rPr sz="825">
                <a:solidFill>
                  <a:srgbClr val="FFFFFF"/>
                </a:solidFill>
              </a:rPr>
              <a:t>Gemini 3.x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04B97EB1-C9DF-424F-9CB5-14F7B03C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17170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>
                <a:solidFill>
                  <a:srgbClr val="8BD0C3"/>
                </a:solidFill>
              </a:defRPr>
            </a:defPPr>
            <a:lvl1pPr algn="ctr">
              <a:defRPr sz="1500">
                <a:solidFill>
                  <a:srgbClr val="8BD0C3"/>
                </a:solidFill>
              </a:defRPr>
            </a:lvl1pPr>
            <a:lvl2pPr algn="ctr">
              <a:defRPr sz="1500">
                <a:solidFill>
                  <a:srgbClr val="8BD0C3"/>
                </a:solidFill>
              </a:defRPr>
            </a:lvl2pPr>
            <a:lvl3pPr algn="ctr">
              <a:defRPr sz="1500">
                <a:solidFill>
                  <a:srgbClr val="8BD0C3"/>
                </a:solidFill>
              </a:defRPr>
            </a:lvl3pPr>
            <a:lvl4pPr algn="ctr">
              <a:defRPr sz="1500">
                <a:solidFill>
                  <a:srgbClr val="8BD0C3"/>
                </a:solidFill>
              </a:defRPr>
            </a:lvl4pPr>
            <a:lvl5pPr algn="ctr">
              <a:defRPr sz="1500">
                <a:solidFill>
                  <a:srgbClr val="8BD0C3"/>
                </a:solidFill>
              </a:defRPr>
            </a:lvl5pPr>
            <a:lvl6pPr algn="ctr">
              <a:defRPr sz="1500">
                <a:solidFill>
                  <a:srgbClr val="8BD0C3"/>
                </a:solidFill>
              </a:defRPr>
            </a:lvl6pPr>
            <a:lvl7pPr algn="ctr">
              <a:defRPr sz="1500">
                <a:solidFill>
                  <a:srgbClr val="8BD0C3"/>
                </a:solidFill>
              </a:defRPr>
            </a:lvl7pPr>
            <a:lvl8pPr algn="ctr">
              <a:defRPr sz="1500">
                <a:solidFill>
                  <a:srgbClr val="8BD0C3"/>
                </a:solidFill>
              </a:defRPr>
            </a:lvl8pPr>
            <a:lvl9pPr algn="ctr">
              <a:defRPr sz="1500">
                <a:solidFill>
                  <a:srgbClr val="8BD0C3"/>
                </a:solidFill>
              </a:defRPr>
            </a:lvl9pPr>
          </a:lstStyle>
          <a:p xmlns:a="http://schemas.openxmlformats.org/drawingml/2006/main">
            <a:pPr algn="ctr">
              <a:defRPr sz="1500">
                <a:solidFill>
                  <a:srgbClr val="8BD0C3"/>
                </a:solidFill>
              </a:defRPr>
            </a:pPr>
            <a:r>
              <a:rPr sz="1500">
                <a:solidFill>
                  <a:srgbClr val="8BD0C3"/>
                </a:solidFill>
              </a:rPr>
              <a:t>→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6F8A815F-0037-4C9F-90B5-18F89048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047875"/>
            <a:ext cx="1285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4A3041"/>
          </a:solidFill>
          <a:ln xmlns:a="http://schemas.openxmlformats.org/drawingml/2006/main" w="14288">
            <a:solidFill>
              <a:srgbClr val="FF8B8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825">
                <a:solidFill>
                  <a:srgbClr val="FFFFFF"/>
                </a:solidFill>
              </a:defRPr>
            </a:defPPr>
            <a:lvl1pPr algn="ctr">
              <a:defRPr sz="825">
                <a:solidFill>
                  <a:srgbClr val="FFFFFF"/>
                </a:solidFill>
              </a:defRPr>
            </a:lvl1pPr>
            <a:lvl2pPr algn="ctr">
              <a:defRPr sz="825">
                <a:solidFill>
                  <a:srgbClr val="FFFFFF"/>
                </a:solidFill>
              </a:defRPr>
            </a:lvl2pPr>
            <a:lvl3pPr algn="ctr">
              <a:defRPr sz="825">
                <a:solidFill>
                  <a:srgbClr val="FFFFFF"/>
                </a:solidFill>
              </a:defRPr>
            </a:lvl3pPr>
            <a:lvl4pPr algn="ctr">
              <a:defRPr sz="825">
                <a:solidFill>
                  <a:srgbClr val="FFFFFF"/>
                </a:solidFill>
              </a:defRPr>
            </a:lvl4pPr>
            <a:lvl5pPr algn="ctr">
              <a:defRPr sz="825">
                <a:solidFill>
                  <a:srgbClr val="FFFFFF"/>
                </a:solidFill>
              </a:defRPr>
            </a:lvl5pPr>
            <a:lvl6pPr algn="ctr">
              <a:defRPr sz="825">
                <a:solidFill>
                  <a:srgbClr val="FFFFFF"/>
                </a:solidFill>
              </a:defRPr>
            </a:lvl6pPr>
            <a:lvl7pPr algn="ctr">
              <a:defRPr sz="825">
                <a:solidFill>
                  <a:srgbClr val="FFFFFF"/>
                </a:solidFill>
              </a:defRPr>
            </a:lvl7pPr>
            <a:lvl8pPr algn="ctr">
              <a:defRPr sz="825">
                <a:solidFill>
                  <a:srgbClr val="FFFFFF"/>
                </a:solidFill>
              </a:defRPr>
            </a:lvl8pPr>
            <a:lvl9pPr algn="ctr">
              <a:defRPr sz="82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825">
                <a:solidFill>
                  <a:srgbClr val="FFFFFF"/>
                </a:solidFill>
              </a:defRPr>
            </a:pPr>
            <a:r>
              <a:rPr sz="825">
                <a:solidFill>
                  <a:srgbClr val="FFFFFF"/>
                </a:solidFill>
              </a:rPr>
              <a:t>Readiness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825">
                <a:solidFill>
                  <a:srgbClr val="FFFFFF"/>
                </a:solidFill>
              </a:defRPr>
            </a:pPr>
            <a:r>
              <a:rPr sz="825">
                <a:solidFill>
                  <a:srgbClr val="FFFFFF"/>
                </a:solidFill>
              </a:rPr>
              <a:t>Brief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BF3D350B-17C5-4897-BA84-73D5C011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81175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>
                <a:solidFill>
                  <a:srgbClr val="A8B0BF"/>
                </a:solidFill>
              </a:defRPr>
            </a:defPPr>
            <a:lvl1pPr algn="l">
              <a:defRPr sz="750">
                <a:solidFill>
                  <a:srgbClr val="A8B0BF"/>
                </a:solidFill>
              </a:defRPr>
            </a:lvl1pPr>
            <a:lvl2pPr algn="l">
              <a:defRPr sz="750">
                <a:solidFill>
                  <a:srgbClr val="A8B0BF"/>
                </a:solidFill>
              </a:defRPr>
            </a:lvl2pPr>
            <a:lvl3pPr algn="l">
              <a:defRPr sz="750">
                <a:solidFill>
                  <a:srgbClr val="A8B0BF"/>
                </a:solidFill>
              </a:defRPr>
            </a:lvl3pPr>
            <a:lvl4pPr algn="l">
              <a:defRPr sz="750">
                <a:solidFill>
                  <a:srgbClr val="A8B0BF"/>
                </a:solidFill>
              </a:defRPr>
            </a:lvl4pPr>
            <a:lvl5pPr algn="l">
              <a:defRPr sz="750">
                <a:solidFill>
                  <a:srgbClr val="A8B0BF"/>
                </a:solidFill>
              </a:defRPr>
            </a:lvl5pPr>
            <a:lvl6pPr algn="l">
              <a:defRPr sz="750">
                <a:solidFill>
                  <a:srgbClr val="A8B0BF"/>
                </a:solidFill>
              </a:defRPr>
            </a:lvl6pPr>
            <a:lvl7pPr algn="l">
              <a:defRPr sz="750">
                <a:solidFill>
                  <a:srgbClr val="A8B0BF"/>
                </a:solidFill>
              </a:defRPr>
            </a:lvl7pPr>
            <a:lvl8pPr algn="l">
              <a:defRPr sz="750">
                <a:solidFill>
                  <a:srgbClr val="A8B0BF"/>
                </a:solidFill>
              </a:defRPr>
            </a:lvl8pPr>
            <a:lvl9pPr algn="l">
              <a:defRPr sz="750">
                <a:solidFill>
                  <a:srgbClr val="A8B0BF"/>
                </a:solidFill>
              </a:defRPr>
            </a:lvl9pPr>
          </a:lstStyle>
          <a:p xmlns:a="http://schemas.openxmlformats.org/drawingml/2006/main">
            <a:pPr algn="l">
              <a:defRPr sz="750">
                <a:solidFill>
                  <a:srgbClr val="A8B0BF"/>
                </a:solidFill>
              </a:defRPr>
            </a:pPr>
            <a:r>
              <a:rPr sz="750">
                <a:solidFill>
                  <a:srgbClr val="A8B0BF"/>
                </a:solidFill>
              </a:rPr>
              <a:t>One agent turns county questions into an auditable plan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ADC5EACE-46DC-4445-9668-EEFBD3CFC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>
                <a:solidFill>
                  <a:srgbClr val="FFFFFF"/>
                </a:solidFill>
              </a:defRPr>
            </a:defPPr>
            <a:lvl1pPr algn="l">
              <a:defRPr sz="825">
                <a:solidFill>
                  <a:srgbClr val="FFFFFF"/>
                </a:solidFill>
              </a:defRPr>
            </a:lvl1pPr>
            <a:lvl2pPr algn="l">
              <a:defRPr sz="825">
                <a:solidFill>
                  <a:srgbClr val="FFFFFF"/>
                </a:solidFill>
              </a:defRPr>
            </a:lvl2pPr>
            <a:lvl3pPr algn="l">
              <a:defRPr sz="825">
                <a:solidFill>
                  <a:srgbClr val="FFFFFF"/>
                </a:solidFill>
              </a:defRPr>
            </a:lvl3pPr>
            <a:lvl4pPr algn="l">
              <a:defRPr sz="825">
                <a:solidFill>
                  <a:srgbClr val="FFFFFF"/>
                </a:solidFill>
              </a:defRPr>
            </a:lvl4pPr>
            <a:lvl5pPr algn="l">
              <a:defRPr sz="825">
                <a:solidFill>
                  <a:srgbClr val="FFFFFF"/>
                </a:solidFill>
              </a:defRPr>
            </a:lvl5pPr>
            <a:lvl6pPr algn="l">
              <a:defRPr sz="825">
                <a:solidFill>
                  <a:srgbClr val="FFFFFF"/>
                </a:solidFill>
              </a:defRPr>
            </a:lvl6pPr>
            <a:lvl7pPr algn="l">
              <a:defRPr sz="825">
                <a:solidFill>
                  <a:srgbClr val="FFFFFF"/>
                </a:solidFill>
              </a:defRPr>
            </a:lvl7pPr>
            <a:lvl8pPr algn="l">
              <a:defRPr sz="825">
                <a:solidFill>
                  <a:srgbClr val="FFFFFF"/>
                </a:solidFill>
              </a:defRPr>
            </a:lvl8pPr>
            <a:lvl9pPr algn="l">
              <a:defRPr sz="825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l">
              <a:defRPr sz="825">
                <a:solidFill>
                  <a:srgbClr val="FFFFFF"/>
                </a:solidFill>
              </a:defRPr>
            </a:pPr>
            <a:r>
              <a:rPr sz="825">
                <a:solidFill>
                  <a:srgbClr val="FFFFFF"/>
                </a:solidFill>
              </a:rPr>
              <a:t>Grounding + human checks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7CAD6984-0A8A-4480-B395-B374079A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0400"/>
            <a:ext cx="1952625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202A39"/>
          </a:solidFill>
          <a:ln xmlns:a="http://schemas.openxmlformats.org/drawingml/2006/main" w="14288">
            <a:solidFill>
              <a:srgbClr val="7895B7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>
                <a:solidFill>
                  <a:srgbClr val="FFFFFF"/>
                </a:solidFill>
              </a:defRPr>
            </a:defPPr>
            <a:lvl1pPr algn="ctr">
              <a:defRPr sz="750">
                <a:solidFill>
                  <a:srgbClr val="FFFFFF"/>
                </a:solidFill>
              </a:defRPr>
            </a:lvl1pPr>
            <a:lvl2pPr algn="ctr">
              <a:defRPr sz="750">
                <a:solidFill>
                  <a:srgbClr val="FFFFFF"/>
                </a:solidFill>
              </a:defRPr>
            </a:lvl2pPr>
            <a:lvl3pPr algn="ctr">
              <a:defRPr sz="750">
                <a:solidFill>
                  <a:srgbClr val="FFFFFF"/>
                </a:solidFill>
              </a:defRPr>
            </a:lvl3pPr>
            <a:lvl4pPr algn="ctr">
              <a:defRPr sz="750">
                <a:solidFill>
                  <a:srgbClr val="FFFFFF"/>
                </a:solidFill>
              </a:defRPr>
            </a:lvl4pPr>
            <a:lvl5pPr algn="ctr">
              <a:defRPr sz="750">
                <a:solidFill>
                  <a:srgbClr val="FFFFFF"/>
                </a:solidFill>
              </a:defRPr>
            </a:lvl5pPr>
            <a:lvl6pPr algn="ctr">
              <a:defRPr sz="750">
                <a:solidFill>
                  <a:srgbClr val="FFFFFF"/>
                </a:solidFill>
              </a:defRPr>
            </a:lvl6pPr>
            <a:lvl7pPr algn="ctr">
              <a:defRPr sz="750">
                <a:solidFill>
                  <a:srgbClr val="FFFFFF"/>
                </a:solidFill>
              </a:defRPr>
            </a:lvl7pPr>
            <a:lvl8pPr algn="ctr">
              <a:defRPr sz="750">
                <a:solidFill>
                  <a:srgbClr val="FFFFFF"/>
                </a:solidFill>
              </a:defRPr>
            </a:lvl8pPr>
            <a:lvl9pPr algn="ctr">
              <a:defRPr sz="75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750">
                <a:solidFill>
                  <a:srgbClr val="FFFFFF"/>
                </a:solidFill>
              </a:defRPr>
            </a:pPr>
            <a:r>
              <a:rPr sz="750">
                <a:solidFill>
                  <a:srgbClr val="FFFFFF"/>
                </a:solidFill>
              </a:rPr>
              <a:t>BigQuery gold tables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750">
                <a:solidFill>
                  <a:srgbClr val="FFFFFF"/>
                </a:solidFill>
              </a:defRPr>
            </a:pPr>
            <a:r>
              <a:rPr sz="750">
                <a:solidFill>
                  <a:srgbClr val="FFFFFF"/>
                </a:solidFill>
              </a:rPr>
              <a:t>risk · shelters · power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2B4AEDE3-5143-4417-9110-E97A5F22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200400"/>
            <a:ext cx="1952625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202A39"/>
          </a:solidFill>
          <a:ln xmlns:a="http://schemas.openxmlformats.org/drawingml/2006/main" w="14288">
            <a:solidFill>
              <a:srgbClr val="7895B7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>
                <a:solidFill>
                  <a:srgbClr val="FFFFFF"/>
                </a:solidFill>
              </a:defRPr>
            </a:defPPr>
            <a:lvl1pPr algn="ctr">
              <a:defRPr sz="750">
                <a:solidFill>
                  <a:srgbClr val="FFFFFF"/>
                </a:solidFill>
              </a:defRPr>
            </a:lvl1pPr>
            <a:lvl2pPr algn="ctr">
              <a:defRPr sz="750">
                <a:solidFill>
                  <a:srgbClr val="FFFFFF"/>
                </a:solidFill>
              </a:defRPr>
            </a:lvl2pPr>
            <a:lvl3pPr algn="ctr">
              <a:defRPr sz="750">
                <a:solidFill>
                  <a:srgbClr val="FFFFFF"/>
                </a:solidFill>
              </a:defRPr>
            </a:lvl3pPr>
            <a:lvl4pPr algn="ctr">
              <a:defRPr sz="750">
                <a:solidFill>
                  <a:srgbClr val="FFFFFF"/>
                </a:solidFill>
              </a:defRPr>
            </a:lvl4pPr>
            <a:lvl5pPr algn="ctr">
              <a:defRPr sz="750">
                <a:solidFill>
                  <a:srgbClr val="FFFFFF"/>
                </a:solidFill>
              </a:defRPr>
            </a:lvl5pPr>
            <a:lvl6pPr algn="ctr">
              <a:defRPr sz="750">
                <a:solidFill>
                  <a:srgbClr val="FFFFFF"/>
                </a:solidFill>
              </a:defRPr>
            </a:lvl6pPr>
            <a:lvl7pPr algn="ctr">
              <a:defRPr sz="750">
                <a:solidFill>
                  <a:srgbClr val="FFFFFF"/>
                </a:solidFill>
              </a:defRPr>
            </a:lvl7pPr>
            <a:lvl8pPr algn="ctr">
              <a:defRPr sz="750">
                <a:solidFill>
                  <a:srgbClr val="FFFFFF"/>
                </a:solidFill>
              </a:defRPr>
            </a:lvl8pPr>
            <a:lvl9pPr algn="ctr">
              <a:defRPr sz="75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750">
                <a:solidFill>
                  <a:srgbClr val="FFFFFF"/>
                </a:solidFill>
              </a:defRPr>
            </a:pPr>
            <a:r>
              <a:rPr sz="750">
                <a:solidFill>
                  <a:srgbClr val="FFFFFF"/>
                </a:solidFill>
              </a:rPr>
              <a:t>Google Maps grounding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750">
                <a:solidFill>
                  <a:srgbClr val="FFFFFF"/>
                </a:solidFill>
              </a:defRPr>
            </a:pPr>
            <a:r>
              <a:rPr sz="750">
                <a:solidFill>
                  <a:srgbClr val="FFFFFF"/>
                </a:solidFill>
              </a:rPr>
              <a:t>places · routes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A7F9C820-019E-4320-8C52-164838CB2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00400"/>
            <a:ext cx="1952625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243B35"/>
          </a:solidFill>
          <a:ln xmlns:a="http://schemas.openxmlformats.org/drawingml/2006/main" w="14288">
            <a:solidFill>
              <a:srgbClr val="8BD0C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>
                <a:solidFill>
                  <a:srgbClr val="FFFFFF"/>
                </a:solidFill>
              </a:defRPr>
            </a:defPPr>
            <a:lvl1pPr algn="ctr">
              <a:defRPr sz="750">
                <a:solidFill>
                  <a:srgbClr val="FFFFFF"/>
                </a:solidFill>
              </a:defRPr>
            </a:lvl1pPr>
            <a:lvl2pPr algn="ctr">
              <a:defRPr sz="750">
                <a:solidFill>
                  <a:srgbClr val="FFFFFF"/>
                </a:solidFill>
              </a:defRPr>
            </a:lvl2pPr>
            <a:lvl3pPr algn="ctr">
              <a:defRPr sz="750">
                <a:solidFill>
                  <a:srgbClr val="FFFFFF"/>
                </a:solidFill>
              </a:defRPr>
            </a:lvl3pPr>
            <a:lvl4pPr algn="ctr">
              <a:defRPr sz="750">
                <a:solidFill>
                  <a:srgbClr val="FFFFFF"/>
                </a:solidFill>
              </a:defRPr>
            </a:lvl4pPr>
            <a:lvl5pPr algn="ctr">
              <a:defRPr sz="750">
                <a:solidFill>
                  <a:srgbClr val="FFFFFF"/>
                </a:solidFill>
              </a:defRPr>
            </a:lvl5pPr>
            <a:lvl6pPr algn="ctr">
              <a:defRPr sz="750">
                <a:solidFill>
                  <a:srgbClr val="FFFFFF"/>
                </a:solidFill>
              </a:defRPr>
            </a:lvl6pPr>
            <a:lvl7pPr algn="ctr">
              <a:defRPr sz="750">
                <a:solidFill>
                  <a:srgbClr val="FFFFFF"/>
                </a:solidFill>
              </a:defRPr>
            </a:lvl7pPr>
            <a:lvl8pPr algn="ctr">
              <a:defRPr sz="750">
                <a:solidFill>
                  <a:srgbClr val="FFFFFF"/>
                </a:solidFill>
              </a:defRPr>
            </a:lvl8pPr>
            <a:lvl9pPr algn="ctr">
              <a:defRPr sz="75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750">
                <a:solidFill>
                  <a:srgbClr val="FFFFFF"/>
                </a:solidFill>
              </a:defRPr>
            </a:pPr>
            <a:r>
              <a:rPr sz="750">
                <a:solidFill>
                  <a:srgbClr val="FFFFFF"/>
                </a:solidFill>
              </a:rPr>
              <a:t>Community partners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750">
                <a:solidFill>
                  <a:srgbClr val="FFFFFF"/>
                </a:solidFill>
              </a:defRPr>
            </a:pPr>
            <a:r>
              <a:rPr sz="750">
                <a:solidFill>
                  <a:srgbClr val="FFFFFF"/>
                </a:solidFill>
              </a:rPr>
              <a:t>peers · validation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C9EEB686-FDB3-46A7-A2D9-97ABB9C2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76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>
                <a:solidFill>
                  <a:srgbClr val="FFB1A1"/>
                </a:solidFill>
              </a:defRPr>
            </a:defPPr>
            <a:lvl1pPr algn="l">
              <a:defRPr sz="825">
                <a:solidFill>
                  <a:srgbClr val="FFB1A1"/>
                </a:solidFill>
              </a:defRPr>
            </a:lvl1pPr>
            <a:lvl2pPr algn="l">
              <a:defRPr sz="825">
                <a:solidFill>
                  <a:srgbClr val="FFB1A1"/>
                </a:solidFill>
              </a:defRPr>
            </a:lvl2pPr>
            <a:lvl3pPr algn="l">
              <a:defRPr sz="825">
                <a:solidFill>
                  <a:srgbClr val="FFB1A1"/>
                </a:solidFill>
              </a:defRPr>
            </a:lvl3pPr>
            <a:lvl4pPr algn="l">
              <a:defRPr sz="825">
                <a:solidFill>
                  <a:srgbClr val="FFB1A1"/>
                </a:solidFill>
              </a:defRPr>
            </a:lvl4pPr>
            <a:lvl5pPr algn="l">
              <a:defRPr sz="825">
                <a:solidFill>
                  <a:srgbClr val="FFB1A1"/>
                </a:solidFill>
              </a:defRPr>
            </a:lvl5pPr>
            <a:lvl6pPr algn="l">
              <a:defRPr sz="825">
                <a:solidFill>
                  <a:srgbClr val="FFB1A1"/>
                </a:solidFill>
              </a:defRPr>
            </a:lvl6pPr>
            <a:lvl7pPr algn="l">
              <a:defRPr sz="825">
                <a:solidFill>
                  <a:srgbClr val="FFB1A1"/>
                </a:solidFill>
              </a:defRPr>
            </a:lvl7pPr>
            <a:lvl8pPr algn="l">
              <a:defRPr sz="825">
                <a:solidFill>
                  <a:srgbClr val="FFB1A1"/>
                </a:solidFill>
              </a:defRPr>
            </a:lvl8pPr>
            <a:lvl9pPr algn="l">
              <a:defRPr sz="825">
                <a:solidFill>
                  <a:srgbClr val="FFB1A1"/>
                </a:solidFill>
              </a:defRPr>
            </a:lvl9pPr>
          </a:lstStyle>
          <a:p xmlns:a="http://schemas.openxmlformats.org/drawingml/2006/main">
            <a:pPr algn="l">
              <a:defRPr sz="825">
                <a:solidFill>
                  <a:srgbClr val="FFB1A1"/>
                </a:solidFill>
              </a:defRPr>
            </a:pPr>
            <a:r>
              <a:rPr sz="825">
                <a:solidFill>
                  <a:srgbClr val="FFB1A1"/>
                </a:solidFill>
              </a:rPr>
              <a:t>Unknowns become human tasks—not confident guesses.</a:t>
            </a:r>
          </a:p>
        </p:txBody>
      </p:sp>
    </p:spTree>
    <p:extLst>
      <p:ext uri="{BB962C8B-B14F-4D97-AF65-F5344CB8AC3E}">
        <p14:creationId xmlns:p14="http://schemas.microsoft.com/office/powerpoint/2010/main" val="1926788789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2026-10-20T20:28:50.4230000Z</dcterms:created>
  <dcterms:modified xsi:type="dcterms:W3CDTF">2026-10-20T20:28:50.4240000Z</dcterms:modified>
</coreProperties>
</file>